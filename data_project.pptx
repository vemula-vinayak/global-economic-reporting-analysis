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96" r:id="rId1"/>
  </p:sldMasterIdLst>
  <p:sldIdLst>
    <p:sldId id="256" r:id="rId2"/>
    <p:sldId id="257" r:id="rId3"/>
    <p:sldId id="271" r:id="rId4"/>
    <p:sldId id="258" r:id="rId5"/>
    <p:sldId id="272" r:id="rId6"/>
    <p:sldId id="281" r:id="rId7"/>
    <p:sldId id="259" r:id="rId8"/>
    <p:sldId id="260" r:id="rId9"/>
    <p:sldId id="282" r:id="rId10"/>
    <p:sldId id="263" r:id="rId11"/>
    <p:sldId id="274" r:id="rId12"/>
    <p:sldId id="279" r:id="rId13"/>
    <p:sldId id="264" r:id="rId14"/>
    <p:sldId id="268" r:id="rId15"/>
    <p:sldId id="267" r:id="rId16"/>
    <p:sldId id="270" r:id="rId17"/>
    <p:sldId id="273" r:id="rId18"/>
    <p:sldId id="265"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557CC909-8B3C-492A-9CAC-777D347EA0C0}">
          <p14:sldIdLst>
            <p14:sldId id="256"/>
            <p14:sldId id="257"/>
            <p14:sldId id="271"/>
            <p14:sldId id="258"/>
            <p14:sldId id="272"/>
            <p14:sldId id="281"/>
            <p14:sldId id="259"/>
            <p14:sldId id="260"/>
            <p14:sldId id="282"/>
            <p14:sldId id="263"/>
            <p14:sldId id="274"/>
            <p14:sldId id="279"/>
          </p14:sldIdLst>
        </p14:section>
        <p14:section name="Untitled Section" id="{918BB21C-5DFF-4AA1-B955-08AE7080148B}">
          <p14:sldIdLst>
            <p14:sldId id="264"/>
            <p14:sldId id="268"/>
            <p14:sldId id="267"/>
            <p14:sldId id="270"/>
            <p14:sldId id="273"/>
            <p14:sldId id="265"/>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46" d="100"/>
          <a:sy n="46" d="100"/>
        </p:scale>
        <p:origin x="43"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ana Dervishaj" userId="b11e13838d442b7f" providerId="LiveId" clId="{F3AD846A-CFA8-4FEB-9238-7C276AE6174F}"/>
    <pc:docChg chg="undo custSel addSld delSld modSld modSection">
      <pc:chgData name="Joana Dervishaj" userId="b11e13838d442b7f" providerId="LiveId" clId="{F3AD846A-CFA8-4FEB-9238-7C276AE6174F}" dt="2025-03-26T16:31:52.203" v="140" actId="14100"/>
      <pc:docMkLst>
        <pc:docMk/>
      </pc:docMkLst>
      <pc:sldChg chg="addSp modSp mod setBg setClrOvrMap">
        <pc:chgData name="Joana Dervishaj" userId="b11e13838d442b7f" providerId="LiveId" clId="{F3AD846A-CFA8-4FEB-9238-7C276AE6174F}" dt="2025-03-26T15:46:34.597" v="136" actId="26606"/>
        <pc:sldMkLst>
          <pc:docMk/>
          <pc:sldMk cId="1804065635" sldId="256"/>
        </pc:sldMkLst>
        <pc:spChg chg="mod">
          <ac:chgData name="Joana Dervishaj" userId="b11e13838d442b7f" providerId="LiveId" clId="{F3AD846A-CFA8-4FEB-9238-7C276AE6174F}" dt="2025-03-26T15:46:34.597" v="136" actId="26606"/>
          <ac:spMkLst>
            <pc:docMk/>
            <pc:sldMk cId="1804065635" sldId="256"/>
            <ac:spMk id="2" creationId="{A474B92D-EEB0-9AF9-0984-49291E576018}"/>
          </ac:spMkLst>
        </pc:spChg>
        <pc:spChg chg="mod">
          <ac:chgData name="Joana Dervishaj" userId="b11e13838d442b7f" providerId="LiveId" clId="{F3AD846A-CFA8-4FEB-9238-7C276AE6174F}" dt="2025-03-26T15:46:34.597" v="136" actId="26606"/>
          <ac:spMkLst>
            <pc:docMk/>
            <pc:sldMk cId="1804065635" sldId="256"/>
            <ac:spMk id="3" creationId="{8DC17B37-527E-1B3B-39D8-990AF3BA1072}"/>
          </ac:spMkLst>
        </pc:spChg>
        <pc:picChg chg="add mod">
          <ac:chgData name="Joana Dervishaj" userId="b11e13838d442b7f" providerId="LiveId" clId="{F3AD846A-CFA8-4FEB-9238-7C276AE6174F}" dt="2025-03-26T15:46:34.597" v="136" actId="26606"/>
          <ac:picMkLst>
            <pc:docMk/>
            <pc:sldMk cId="1804065635" sldId="256"/>
            <ac:picMk id="5" creationId="{2E8CB7DB-61C6-6BBE-5B66-38B802E7DDD4}"/>
          </ac:picMkLst>
        </pc:picChg>
      </pc:sldChg>
      <pc:sldChg chg="addSp modSp mod setBg">
        <pc:chgData name="Joana Dervishaj" userId="b11e13838d442b7f" providerId="LiveId" clId="{F3AD846A-CFA8-4FEB-9238-7C276AE6174F}" dt="2025-03-26T15:44:03.173" v="118" actId="26606"/>
        <pc:sldMkLst>
          <pc:docMk/>
          <pc:sldMk cId="3883445620" sldId="257"/>
        </pc:sldMkLst>
        <pc:spChg chg="mod">
          <ac:chgData name="Joana Dervishaj" userId="b11e13838d442b7f" providerId="LiveId" clId="{F3AD846A-CFA8-4FEB-9238-7C276AE6174F}" dt="2025-03-26T15:44:03.173" v="118" actId="26606"/>
          <ac:spMkLst>
            <pc:docMk/>
            <pc:sldMk cId="3883445620" sldId="257"/>
            <ac:spMk id="2" creationId="{EE505C8D-793E-5CB2-91BD-F245C5607646}"/>
          </ac:spMkLst>
        </pc:spChg>
        <pc:spChg chg="mod">
          <ac:chgData name="Joana Dervishaj" userId="b11e13838d442b7f" providerId="LiveId" clId="{F3AD846A-CFA8-4FEB-9238-7C276AE6174F}" dt="2025-03-26T15:44:03.173" v="118" actId="26606"/>
          <ac:spMkLst>
            <pc:docMk/>
            <pc:sldMk cId="3883445620" sldId="257"/>
            <ac:spMk id="3" creationId="{3D8D1AAC-42FC-1BAA-7ECA-A99174ADEFCB}"/>
          </ac:spMkLst>
        </pc:spChg>
        <pc:spChg chg="add">
          <ac:chgData name="Joana Dervishaj" userId="b11e13838d442b7f" providerId="LiveId" clId="{F3AD846A-CFA8-4FEB-9238-7C276AE6174F}" dt="2025-03-26T15:44:03.173" v="118" actId="26606"/>
          <ac:spMkLst>
            <pc:docMk/>
            <pc:sldMk cId="3883445620" sldId="257"/>
            <ac:spMk id="8" creationId="{C33976D1-3430-450C-A978-87A9A6E8E71F}"/>
          </ac:spMkLst>
        </pc:spChg>
        <pc:spChg chg="add">
          <ac:chgData name="Joana Dervishaj" userId="b11e13838d442b7f" providerId="LiveId" clId="{F3AD846A-CFA8-4FEB-9238-7C276AE6174F}" dt="2025-03-26T15:44:03.173" v="118" actId="26606"/>
          <ac:spMkLst>
            <pc:docMk/>
            <pc:sldMk cId="3883445620" sldId="257"/>
            <ac:spMk id="10" creationId="{7D6AAC78-7D86-415A-ADC1-2B474807960C}"/>
          </ac:spMkLst>
        </pc:spChg>
        <pc:spChg chg="add">
          <ac:chgData name="Joana Dervishaj" userId="b11e13838d442b7f" providerId="LiveId" clId="{F3AD846A-CFA8-4FEB-9238-7C276AE6174F}" dt="2025-03-26T15:44:03.173" v="118" actId="26606"/>
          <ac:spMkLst>
            <pc:docMk/>
            <pc:sldMk cId="3883445620" sldId="257"/>
            <ac:spMk id="12" creationId="{F2A658D9-F185-44F1-BA33-D50320D1D078}"/>
          </ac:spMkLst>
        </pc:spChg>
      </pc:sldChg>
      <pc:sldChg chg="addSp delSp modSp mod setBg">
        <pc:chgData name="Joana Dervishaj" userId="b11e13838d442b7f" providerId="LiveId" clId="{F3AD846A-CFA8-4FEB-9238-7C276AE6174F}" dt="2025-03-26T15:44:14.661" v="120" actId="26606"/>
        <pc:sldMkLst>
          <pc:docMk/>
          <pc:sldMk cId="3211141172" sldId="258"/>
        </pc:sldMkLst>
        <pc:spChg chg="mod">
          <ac:chgData name="Joana Dervishaj" userId="b11e13838d442b7f" providerId="LiveId" clId="{F3AD846A-CFA8-4FEB-9238-7C276AE6174F}" dt="2025-03-26T15:44:14.661" v="120" actId="26606"/>
          <ac:spMkLst>
            <pc:docMk/>
            <pc:sldMk cId="3211141172" sldId="258"/>
            <ac:spMk id="2" creationId="{51D7C3F3-ADE4-912F-32FC-DCFBBE222FB1}"/>
          </ac:spMkLst>
        </pc:spChg>
        <pc:spChg chg="del">
          <ac:chgData name="Joana Dervishaj" userId="b11e13838d442b7f" providerId="LiveId" clId="{F3AD846A-CFA8-4FEB-9238-7C276AE6174F}" dt="2025-03-26T15:44:14.661" v="120" actId="26606"/>
          <ac:spMkLst>
            <pc:docMk/>
            <pc:sldMk cId="3211141172" sldId="258"/>
            <ac:spMk id="3" creationId="{5ADE7FFD-B7EF-808B-86C2-3D7BBD1E4D6C}"/>
          </ac:spMkLst>
        </pc:spChg>
        <pc:spChg chg="add">
          <ac:chgData name="Joana Dervishaj" userId="b11e13838d442b7f" providerId="LiveId" clId="{F3AD846A-CFA8-4FEB-9238-7C276AE6174F}" dt="2025-03-26T15:44:14.661" v="120" actId="26606"/>
          <ac:spMkLst>
            <pc:docMk/>
            <pc:sldMk cId="3211141172" sldId="258"/>
            <ac:spMk id="9" creationId="{4E866FF9-A729-45F0-A163-10E89E871602}"/>
          </ac:spMkLst>
        </pc:spChg>
        <pc:spChg chg="add">
          <ac:chgData name="Joana Dervishaj" userId="b11e13838d442b7f" providerId="LiveId" clId="{F3AD846A-CFA8-4FEB-9238-7C276AE6174F}" dt="2025-03-26T15:44:14.661" v="120" actId="26606"/>
          <ac:spMkLst>
            <pc:docMk/>
            <pc:sldMk cId="3211141172" sldId="258"/>
            <ac:spMk id="11" creationId="{A804366F-2366-4688-98E7-B101C7BC6146}"/>
          </ac:spMkLst>
        </pc:spChg>
        <pc:graphicFrameChg chg="add">
          <ac:chgData name="Joana Dervishaj" userId="b11e13838d442b7f" providerId="LiveId" clId="{F3AD846A-CFA8-4FEB-9238-7C276AE6174F}" dt="2025-03-26T15:44:14.661" v="120" actId="26606"/>
          <ac:graphicFrameMkLst>
            <pc:docMk/>
            <pc:sldMk cId="3211141172" sldId="258"/>
            <ac:graphicFrameMk id="5" creationId="{33F35534-FD96-4B74-67B2-C6B2AD1C8689}"/>
          </ac:graphicFrameMkLst>
        </pc:graphicFrameChg>
      </pc:sldChg>
      <pc:sldChg chg="addSp delSp modSp mod setBg">
        <pc:chgData name="Joana Dervishaj" userId="b11e13838d442b7f" providerId="LiveId" clId="{F3AD846A-CFA8-4FEB-9238-7C276AE6174F}" dt="2025-03-26T15:44:44.562" v="122" actId="26606"/>
        <pc:sldMkLst>
          <pc:docMk/>
          <pc:sldMk cId="4223050341" sldId="259"/>
        </pc:sldMkLst>
        <pc:spChg chg="mod">
          <ac:chgData name="Joana Dervishaj" userId="b11e13838d442b7f" providerId="LiveId" clId="{F3AD846A-CFA8-4FEB-9238-7C276AE6174F}" dt="2025-03-26T15:44:44.562" v="122" actId="26606"/>
          <ac:spMkLst>
            <pc:docMk/>
            <pc:sldMk cId="4223050341" sldId="259"/>
            <ac:spMk id="2" creationId="{42E23B04-2ACF-3202-033B-70B4EF8149D9}"/>
          </ac:spMkLst>
        </pc:spChg>
        <pc:spChg chg="del">
          <ac:chgData name="Joana Dervishaj" userId="b11e13838d442b7f" providerId="LiveId" clId="{F3AD846A-CFA8-4FEB-9238-7C276AE6174F}" dt="2025-03-26T15:44:44.562" v="122" actId="26606"/>
          <ac:spMkLst>
            <pc:docMk/>
            <pc:sldMk cId="4223050341" sldId="259"/>
            <ac:spMk id="3" creationId="{ED6765CE-9812-F01B-66CA-5DCBCB80A88C}"/>
          </ac:spMkLst>
        </pc:spChg>
        <pc:spChg chg="add">
          <ac:chgData name="Joana Dervishaj" userId="b11e13838d442b7f" providerId="LiveId" clId="{F3AD846A-CFA8-4FEB-9238-7C276AE6174F}" dt="2025-03-26T15:44:44.562" v="122" actId="26606"/>
          <ac:spMkLst>
            <pc:docMk/>
            <pc:sldMk cId="4223050341" sldId="259"/>
            <ac:spMk id="9" creationId="{4E866FF9-A729-45F0-A163-10E89E871602}"/>
          </ac:spMkLst>
        </pc:spChg>
        <pc:spChg chg="add">
          <ac:chgData name="Joana Dervishaj" userId="b11e13838d442b7f" providerId="LiveId" clId="{F3AD846A-CFA8-4FEB-9238-7C276AE6174F}" dt="2025-03-26T15:44:44.562" v="122" actId="26606"/>
          <ac:spMkLst>
            <pc:docMk/>
            <pc:sldMk cId="4223050341" sldId="259"/>
            <ac:spMk id="11" creationId="{A804366F-2366-4688-98E7-B101C7BC6146}"/>
          </ac:spMkLst>
        </pc:spChg>
        <pc:graphicFrameChg chg="add">
          <ac:chgData name="Joana Dervishaj" userId="b11e13838d442b7f" providerId="LiveId" clId="{F3AD846A-CFA8-4FEB-9238-7C276AE6174F}" dt="2025-03-26T15:44:44.562" v="122" actId="26606"/>
          <ac:graphicFrameMkLst>
            <pc:docMk/>
            <pc:sldMk cId="4223050341" sldId="259"/>
            <ac:graphicFrameMk id="5" creationId="{8F174083-0043-41A8-08D1-E21FC4154B87}"/>
          </ac:graphicFrameMkLst>
        </pc:graphicFrameChg>
      </pc:sldChg>
      <pc:sldChg chg="addSp delSp modSp mod">
        <pc:chgData name="Joana Dervishaj" userId="b11e13838d442b7f" providerId="LiveId" clId="{F3AD846A-CFA8-4FEB-9238-7C276AE6174F}" dt="2025-03-26T14:59:10.776" v="84" actId="1076"/>
        <pc:sldMkLst>
          <pc:docMk/>
          <pc:sldMk cId="1509417240" sldId="260"/>
        </pc:sldMkLst>
        <pc:spChg chg="mod">
          <ac:chgData name="Joana Dervishaj" userId="b11e13838d442b7f" providerId="LiveId" clId="{F3AD846A-CFA8-4FEB-9238-7C276AE6174F}" dt="2025-03-26T14:52:39.825" v="22" actId="1076"/>
          <ac:spMkLst>
            <pc:docMk/>
            <pc:sldMk cId="1509417240" sldId="260"/>
            <ac:spMk id="2" creationId="{4C86F210-71ED-0FF5-5B19-C080F47F8E6E}"/>
          </ac:spMkLst>
        </pc:spChg>
        <pc:spChg chg="mod">
          <ac:chgData name="Joana Dervishaj" userId="b11e13838d442b7f" providerId="LiveId" clId="{F3AD846A-CFA8-4FEB-9238-7C276AE6174F}" dt="2025-03-26T14:56:02.509" v="72" actId="5793"/>
          <ac:spMkLst>
            <pc:docMk/>
            <pc:sldMk cId="1509417240" sldId="260"/>
            <ac:spMk id="3" creationId="{4B1CC3A8-BAFD-0697-6ECC-A3B6CC324C5B}"/>
          </ac:spMkLst>
        </pc:spChg>
        <pc:picChg chg="add mod">
          <ac:chgData name="Joana Dervishaj" userId="b11e13838d442b7f" providerId="LiveId" clId="{F3AD846A-CFA8-4FEB-9238-7C276AE6174F}" dt="2025-03-26T14:59:10.776" v="84" actId="1076"/>
          <ac:picMkLst>
            <pc:docMk/>
            <pc:sldMk cId="1509417240" sldId="260"/>
            <ac:picMk id="5" creationId="{40F455D6-8602-164B-5A31-AA8C40A9ED5E}"/>
          </ac:picMkLst>
        </pc:picChg>
        <pc:picChg chg="add mod">
          <ac:chgData name="Joana Dervishaj" userId="b11e13838d442b7f" providerId="LiveId" clId="{F3AD846A-CFA8-4FEB-9238-7C276AE6174F}" dt="2025-03-26T14:55:14.896" v="35" actId="1076"/>
          <ac:picMkLst>
            <pc:docMk/>
            <pc:sldMk cId="1509417240" sldId="260"/>
            <ac:picMk id="7" creationId="{D548B778-AD13-D869-E527-8CEEE71A43AD}"/>
          </ac:picMkLst>
        </pc:picChg>
        <pc:picChg chg="add del mod">
          <ac:chgData name="Joana Dervishaj" userId="b11e13838d442b7f" providerId="LiveId" clId="{F3AD846A-CFA8-4FEB-9238-7C276AE6174F}" dt="2025-03-26T14:57:06.947" v="75" actId="478"/>
          <ac:picMkLst>
            <pc:docMk/>
            <pc:sldMk cId="1509417240" sldId="260"/>
            <ac:picMk id="9" creationId="{4705CE86-8213-ABC0-2951-818D5202586E}"/>
          </ac:picMkLst>
        </pc:picChg>
        <pc:picChg chg="add mod">
          <ac:chgData name="Joana Dervishaj" userId="b11e13838d442b7f" providerId="LiveId" clId="{F3AD846A-CFA8-4FEB-9238-7C276AE6174F}" dt="2025-03-26T14:58:02.382" v="80" actId="1076"/>
          <ac:picMkLst>
            <pc:docMk/>
            <pc:sldMk cId="1509417240" sldId="260"/>
            <ac:picMk id="11" creationId="{33D77B8E-ADA4-CBFC-0C0A-FC009BF9BA2B}"/>
          </ac:picMkLst>
        </pc:picChg>
        <pc:picChg chg="add mod">
          <ac:chgData name="Joana Dervishaj" userId="b11e13838d442b7f" providerId="LiveId" clId="{F3AD846A-CFA8-4FEB-9238-7C276AE6174F}" dt="2025-03-26T14:57:59.163" v="79" actId="1076"/>
          <ac:picMkLst>
            <pc:docMk/>
            <pc:sldMk cId="1509417240" sldId="260"/>
            <ac:picMk id="13" creationId="{AB81CED3-F768-F9BE-C5A5-2436513BC79A}"/>
          </ac:picMkLst>
        </pc:picChg>
        <pc:picChg chg="add mod">
          <ac:chgData name="Joana Dervishaj" userId="b11e13838d442b7f" providerId="LiveId" clId="{F3AD846A-CFA8-4FEB-9238-7C276AE6174F}" dt="2025-03-26T14:58:57.404" v="83" actId="1076"/>
          <ac:picMkLst>
            <pc:docMk/>
            <pc:sldMk cId="1509417240" sldId="260"/>
            <ac:picMk id="15" creationId="{D177297E-7983-80CC-E33A-5FC0647FCFD2}"/>
          </ac:picMkLst>
        </pc:picChg>
      </pc:sldChg>
      <pc:sldChg chg="addSp modSp mod setBg">
        <pc:chgData name="Joana Dervishaj" userId="b11e13838d442b7f" providerId="LiveId" clId="{F3AD846A-CFA8-4FEB-9238-7C276AE6174F}" dt="2025-03-26T15:44:57.418" v="123" actId="26606"/>
        <pc:sldMkLst>
          <pc:docMk/>
          <pc:sldMk cId="4075246306" sldId="263"/>
        </pc:sldMkLst>
        <pc:spChg chg="mod">
          <ac:chgData name="Joana Dervishaj" userId="b11e13838d442b7f" providerId="LiveId" clId="{F3AD846A-CFA8-4FEB-9238-7C276AE6174F}" dt="2025-03-26T15:44:57.418" v="123" actId="26606"/>
          <ac:spMkLst>
            <pc:docMk/>
            <pc:sldMk cId="4075246306" sldId="263"/>
            <ac:spMk id="2" creationId="{47EA9EA1-4753-0D65-3879-D697019AC279}"/>
          </ac:spMkLst>
        </pc:spChg>
        <pc:spChg chg="mod">
          <ac:chgData name="Joana Dervishaj" userId="b11e13838d442b7f" providerId="LiveId" clId="{F3AD846A-CFA8-4FEB-9238-7C276AE6174F}" dt="2025-03-26T15:44:57.418" v="123" actId="26606"/>
          <ac:spMkLst>
            <pc:docMk/>
            <pc:sldMk cId="4075246306" sldId="263"/>
            <ac:spMk id="3" creationId="{61C0B39C-F8C9-FB28-42A9-DB857650AC33}"/>
          </ac:spMkLst>
        </pc:spChg>
        <pc:spChg chg="add">
          <ac:chgData name="Joana Dervishaj" userId="b11e13838d442b7f" providerId="LiveId" clId="{F3AD846A-CFA8-4FEB-9238-7C276AE6174F}" dt="2025-03-26T15:44:57.418" v="123" actId="26606"/>
          <ac:spMkLst>
            <pc:docMk/>
            <pc:sldMk cId="4075246306" sldId="263"/>
            <ac:spMk id="8" creationId="{2AEFFFF2-9EB4-4B6C-B9F8-2BA3EF89A21C}"/>
          </ac:spMkLst>
        </pc:spChg>
        <pc:spChg chg="add">
          <ac:chgData name="Joana Dervishaj" userId="b11e13838d442b7f" providerId="LiveId" clId="{F3AD846A-CFA8-4FEB-9238-7C276AE6174F}" dt="2025-03-26T15:44:57.418" v="123" actId="26606"/>
          <ac:spMkLst>
            <pc:docMk/>
            <pc:sldMk cId="4075246306" sldId="263"/>
            <ac:spMk id="10" creationId="{0D65299F-028F-4AFC-B46A-8DB33E20FE4A}"/>
          </ac:spMkLst>
        </pc:spChg>
        <pc:spChg chg="add">
          <ac:chgData name="Joana Dervishaj" userId="b11e13838d442b7f" providerId="LiveId" clId="{F3AD846A-CFA8-4FEB-9238-7C276AE6174F}" dt="2025-03-26T15:44:57.418" v="123" actId="26606"/>
          <ac:spMkLst>
            <pc:docMk/>
            <pc:sldMk cId="4075246306" sldId="263"/>
            <ac:spMk id="12" creationId="{BAC87F6E-526A-49B5-995D-42DB656594C9}"/>
          </ac:spMkLst>
        </pc:spChg>
      </pc:sldChg>
      <pc:sldChg chg="addSp delSp modSp mod setBg">
        <pc:chgData name="Joana Dervishaj" userId="b11e13838d442b7f" providerId="LiveId" clId="{F3AD846A-CFA8-4FEB-9238-7C276AE6174F}" dt="2025-03-26T15:45:34.226" v="129" actId="26606"/>
        <pc:sldMkLst>
          <pc:docMk/>
          <pc:sldMk cId="2762883644" sldId="264"/>
        </pc:sldMkLst>
        <pc:spChg chg="mod">
          <ac:chgData name="Joana Dervishaj" userId="b11e13838d442b7f" providerId="LiveId" clId="{F3AD846A-CFA8-4FEB-9238-7C276AE6174F}" dt="2025-03-26T15:45:34.226" v="129" actId="26606"/>
          <ac:spMkLst>
            <pc:docMk/>
            <pc:sldMk cId="2762883644" sldId="264"/>
            <ac:spMk id="2" creationId="{2ED5AEB6-DE39-CE1E-B716-224B414C75E5}"/>
          </ac:spMkLst>
        </pc:spChg>
        <pc:spChg chg="del">
          <ac:chgData name="Joana Dervishaj" userId="b11e13838d442b7f" providerId="LiveId" clId="{F3AD846A-CFA8-4FEB-9238-7C276AE6174F}" dt="2025-03-26T15:45:34.226" v="129" actId="26606"/>
          <ac:spMkLst>
            <pc:docMk/>
            <pc:sldMk cId="2762883644" sldId="264"/>
            <ac:spMk id="3" creationId="{590C41AD-0B3F-4249-F52C-B6126D357FC7}"/>
          </ac:spMkLst>
        </pc:spChg>
        <pc:spChg chg="add">
          <ac:chgData name="Joana Dervishaj" userId="b11e13838d442b7f" providerId="LiveId" clId="{F3AD846A-CFA8-4FEB-9238-7C276AE6174F}" dt="2025-03-26T15:45:34.226" v="129" actId="26606"/>
          <ac:spMkLst>
            <pc:docMk/>
            <pc:sldMk cId="2762883644" sldId="264"/>
            <ac:spMk id="9" creationId="{4E866FF9-A729-45F0-A163-10E89E871602}"/>
          </ac:spMkLst>
        </pc:spChg>
        <pc:spChg chg="add">
          <ac:chgData name="Joana Dervishaj" userId="b11e13838d442b7f" providerId="LiveId" clId="{F3AD846A-CFA8-4FEB-9238-7C276AE6174F}" dt="2025-03-26T15:45:34.226" v="129" actId="26606"/>
          <ac:spMkLst>
            <pc:docMk/>
            <pc:sldMk cId="2762883644" sldId="264"/>
            <ac:spMk id="11" creationId="{A804366F-2366-4688-98E7-B101C7BC6146}"/>
          </ac:spMkLst>
        </pc:spChg>
        <pc:graphicFrameChg chg="add">
          <ac:chgData name="Joana Dervishaj" userId="b11e13838d442b7f" providerId="LiveId" clId="{F3AD846A-CFA8-4FEB-9238-7C276AE6174F}" dt="2025-03-26T15:45:34.226" v="129" actId="26606"/>
          <ac:graphicFrameMkLst>
            <pc:docMk/>
            <pc:sldMk cId="2762883644" sldId="264"/>
            <ac:graphicFrameMk id="5" creationId="{6F898698-0B8F-12F8-45F1-068BF1C844FA}"/>
          </ac:graphicFrameMkLst>
        </pc:graphicFrameChg>
      </pc:sldChg>
      <pc:sldChg chg="addSp modSp mod setBg">
        <pc:chgData name="Joana Dervishaj" userId="b11e13838d442b7f" providerId="LiveId" clId="{F3AD846A-CFA8-4FEB-9238-7C276AE6174F}" dt="2025-03-26T15:46:13.501" v="135" actId="26606"/>
        <pc:sldMkLst>
          <pc:docMk/>
          <pc:sldMk cId="2458092008" sldId="265"/>
        </pc:sldMkLst>
        <pc:spChg chg="mod">
          <ac:chgData name="Joana Dervishaj" userId="b11e13838d442b7f" providerId="LiveId" clId="{F3AD846A-CFA8-4FEB-9238-7C276AE6174F}" dt="2025-03-26T15:46:13.501" v="135" actId="26606"/>
          <ac:spMkLst>
            <pc:docMk/>
            <pc:sldMk cId="2458092008" sldId="265"/>
            <ac:spMk id="2" creationId="{DB77D723-0589-28B3-35C4-FAB5569E7D7E}"/>
          </ac:spMkLst>
        </pc:spChg>
        <pc:spChg chg="mod">
          <ac:chgData name="Joana Dervishaj" userId="b11e13838d442b7f" providerId="LiveId" clId="{F3AD846A-CFA8-4FEB-9238-7C276AE6174F}" dt="2025-03-26T15:46:13.501" v="135" actId="26606"/>
          <ac:spMkLst>
            <pc:docMk/>
            <pc:sldMk cId="2458092008" sldId="265"/>
            <ac:spMk id="3" creationId="{98F4855A-FEFA-711C-74A5-ECE9971E78EB}"/>
          </ac:spMkLst>
        </pc:spChg>
        <pc:picChg chg="add">
          <ac:chgData name="Joana Dervishaj" userId="b11e13838d442b7f" providerId="LiveId" clId="{F3AD846A-CFA8-4FEB-9238-7C276AE6174F}" dt="2025-03-26T15:46:13.501" v="135" actId="26606"/>
          <ac:picMkLst>
            <pc:docMk/>
            <pc:sldMk cId="2458092008" sldId="265"/>
            <ac:picMk id="5" creationId="{3A14F355-6E96-94C4-E77F-A342A343E426}"/>
          </ac:picMkLst>
        </pc:picChg>
      </pc:sldChg>
      <pc:sldChg chg="addSp modSp mod setBg">
        <pc:chgData name="Joana Dervishaj" userId="b11e13838d442b7f" providerId="LiveId" clId="{F3AD846A-CFA8-4FEB-9238-7C276AE6174F}" dt="2025-03-26T15:45:47.744" v="130" actId="26606"/>
        <pc:sldMkLst>
          <pc:docMk/>
          <pc:sldMk cId="2463354344" sldId="267"/>
        </pc:sldMkLst>
        <pc:spChg chg="mod">
          <ac:chgData name="Joana Dervishaj" userId="b11e13838d442b7f" providerId="LiveId" clId="{F3AD846A-CFA8-4FEB-9238-7C276AE6174F}" dt="2025-03-26T15:45:47.744" v="130" actId="26606"/>
          <ac:spMkLst>
            <pc:docMk/>
            <pc:sldMk cId="2463354344" sldId="267"/>
            <ac:spMk id="2" creationId="{47EA9EA1-4753-0D65-3879-D697019AC279}"/>
          </ac:spMkLst>
        </pc:spChg>
        <pc:spChg chg="mod">
          <ac:chgData name="Joana Dervishaj" userId="b11e13838d442b7f" providerId="LiveId" clId="{F3AD846A-CFA8-4FEB-9238-7C276AE6174F}" dt="2025-03-26T15:45:47.744" v="130" actId="26606"/>
          <ac:spMkLst>
            <pc:docMk/>
            <pc:sldMk cId="2463354344" sldId="267"/>
            <ac:spMk id="3" creationId="{61C0B39C-F8C9-FB28-42A9-DB857650AC33}"/>
          </ac:spMkLst>
        </pc:spChg>
        <pc:spChg chg="add">
          <ac:chgData name="Joana Dervishaj" userId="b11e13838d442b7f" providerId="LiveId" clId="{F3AD846A-CFA8-4FEB-9238-7C276AE6174F}" dt="2025-03-26T15:45:47.744" v="130" actId="26606"/>
          <ac:spMkLst>
            <pc:docMk/>
            <pc:sldMk cId="2463354344" sldId="267"/>
            <ac:spMk id="8" creationId="{C33976D1-3430-450C-A978-87A9A6E8E71F}"/>
          </ac:spMkLst>
        </pc:spChg>
        <pc:spChg chg="add">
          <ac:chgData name="Joana Dervishaj" userId="b11e13838d442b7f" providerId="LiveId" clId="{F3AD846A-CFA8-4FEB-9238-7C276AE6174F}" dt="2025-03-26T15:45:47.744" v="130" actId="26606"/>
          <ac:spMkLst>
            <pc:docMk/>
            <pc:sldMk cId="2463354344" sldId="267"/>
            <ac:spMk id="10" creationId="{7D6AAC78-7D86-415A-ADC1-2B474807960C}"/>
          </ac:spMkLst>
        </pc:spChg>
        <pc:spChg chg="add">
          <ac:chgData name="Joana Dervishaj" userId="b11e13838d442b7f" providerId="LiveId" clId="{F3AD846A-CFA8-4FEB-9238-7C276AE6174F}" dt="2025-03-26T15:45:47.744" v="130" actId="26606"/>
          <ac:spMkLst>
            <pc:docMk/>
            <pc:sldMk cId="2463354344" sldId="267"/>
            <ac:spMk id="12" creationId="{F2A658D9-F185-44F1-BA33-D50320D1D078}"/>
          </ac:spMkLst>
        </pc:spChg>
      </pc:sldChg>
      <pc:sldChg chg="addSp modSp mod setBg">
        <pc:chgData name="Joana Dervishaj" userId="b11e13838d442b7f" providerId="LiveId" clId="{F3AD846A-CFA8-4FEB-9238-7C276AE6174F}" dt="2025-03-26T15:45:56.102" v="131" actId="26606"/>
        <pc:sldMkLst>
          <pc:docMk/>
          <pc:sldMk cId="410897059" sldId="270"/>
        </pc:sldMkLst>
        <pc:spChg chg="mod">
          <ac:chgData name="Joana Dervishaj" userId="b11e13838d442b7f" providerId="LiveId" clId="{F3AD846A-CFA8-4FEB-9238-7C276AE6174F}" dt="2025-03-26T15:45:56.102" v="131" actId="26606"/>
          <ac:spMkLst>
            <pc:docMk/>
            <pc:sldMk cId="410897059" sldId="270"/>
            <ac:spMk id="2" creationId="{47EA9EA1-4753-0D65-3879-D697019AC279}"/>
          </ac:spMkLst>
        </pc:spChg>
        <pc:spChg chg="mod">
          <ac:chgData name="Joana Dervishaj" userId="b11e13838d442b7f" providerId="LiveId" clId="{F3AD846A-CFA8-4FEB-9238-7C276AE6174F}" dt="2025-03-26T15:45:56.102" v="131" actId="26606"/>
          <ac:spMkLst>
            <pc:docMk/>
            <pc:sldMk cId="410897059" sldId="270"/>
            <ac:spMk id="3" creationId="{61C0B39C-F8C9-FB28-42A9-DB857650AC33}"/>
          </ac:spMkLst>
        </pc:spChg>
        <pc:spChg chg="add">
          <ac:chgData name="Joana Dervishaj" userId="b11e13838d442b7f" providerId="LiveId" clId="{F3AD846A-CFA8-4FEB-9238-7C276AE6174F}" dt="2025-03-26T15:45:56.102" v="131" actId="26606"/>
          <ac:spMkLst>
            <pc:docMk/>
            <pc:sldMk cId="410897059" sldId="270"/>
            <ac:spMk id="3079" creationId="{419501C6-F015-4273-AF88-E0F6C853899F}"/>
          </ac:spMkLst>
        </pc:spChg>
        <pc:spChg chg="add">
          <ac:chgData name="Joana Dervishaj" userId="b11e13838d442b7f" providerId="LiveId" clId="{F3AD846A-CFA8-4FEB-9238-7C276AE6174F}" dt="2025-03-26T15:45:56.102" v="131" actId="26606"/>
          <ac:spMkLst>
            <pc:docMk/>
            <pc:sldMk cId="410897059" sldId="270"/>
            <ac:spMk id="3081" creationId="{CA677DB7-5829-45BD-9754-5EC484CC4253}"/>
          </ac:spMkLst>
        </pc:spChg>
        <pc:picChg chg="mod">
          <ac:chgData name="Joana Dervishaj" userId="b11e13838d442b7f" providerId="LiveId" clId="{F3AD846A-CFA8-4FEB-9238-7C276AE6174F}" dt="2025-03-26T15:45:56.102" v="131" actId="26606"/>
          <ac:picMkLst>
            <pc:docMk/>
            <pc:sldMk cId="410897059" sldId="270"/>
            <ac:picMk id="3074" creationId="{00000000-0000-0000-0000-000000000000}"/>
          </ac:picMkLst>
        </pc:picChg>
      </pc:sldChg>
      <pc:sldChg chg="addSp delSp modSp mod setBg">
        <pc:chgData name="Joana Dervishaj" userId="b11e13838d442b7f" providerId="LiveId" clId="{F3AD846A-CFA8-4FEB-9238-7C276AE6174F}" dt="2025-03-26T15:44:07.530" v="119" actId="26606"/>
        <pc:sldMkLst>
          <pc:docMk/>
          <pc:sldMk cId="2635315742" sldId="271"/>
        </pc:sldMkLst>
        <pc:spChg chg="mod">
          <ac:chgData name="Joana Dervishaj" userId="b11e13838d442b7f" providerId="LiveId" clId="{F3AD846A-CFA8-4FEB-9238-7C276AE6174F}" dt="2025-03-26T15:44:07.530" v="119" actId="26606"/>
          <ac:spMkLst>
            <pc:docMk/>
            <pc:sldMk cId="2635315742" sldId="271"/>
            <ac:spMk id="2" creationId="{EE505C8D-793E-5CB2-91BD-F245C5607646}"/>
          </ac:spMkLst>
        </pc:spChg>
        <pc:spChg chg="del mod">
          <ac:chgData name="Joana Dervishaj" userId="b11e13838d442b7f" providerId="LiveId" clId="{F3AD846A-CFA8-4FEB-9238-7C276AE6174F}" dt="2025-03-26T15:44:07.530" v="119" actId="26606"/>
          <ac:spMkLst>
            <pc:docMk/>
            <pc:sldMk cId="2635315742" sldId="271"/>
            <ac:spMk id="3" creationId="{3D8D1AAC-42FC-1BAA-7ECA-A99174ADEFCB}"/>
          </ac:spMkLst>
        </pc:spChg>
        <pc:spChg chg="add">
          <ac:chgData name="Joana Dervishaj" userId="b11e13838d442b7f" providerId="LiveId" clId="{F3AD846A-CFA8-4FEB-9238-7C276AE6174F}" dt="2025-03-26T15:44:07.530" v="119" actId="26606"/>
          <ac:spMkLst>
            <pc:docMk/>
            <pc:sldMk cId="2635315742" sldId="271"/>
            <ac:spMk id="9" creationId="{4E866FF9-A729-45F0-A163-10E89E871602}"/>
          </ac:spMkLst>
        </pc:spChg>
        <pc:spChg chg="add">
          <ac:chgData name="Joana Dervishaj" userId="b11e13838d442b7f" providerId="LiveId" clId="{F3AD846A-CFA8-4FEB-9238-7C276AE6174F}" dt="2025-03-26T15:44:07.530" v="119" actId="26606"/>
          <ac:spMkLst>
            <pc:docMk/>
            <pc:sldMk cId="2635315742" sldId="271"/>
            <ac:spMk id="11" creationId="{A804366F-2366-4688-98E7-B101C7BC6146}"/>
          </ac:spMkLst>
        </pc:spChg>
        <pc:graphicFrameChg chg="add">
          <ac:chgData name="Joana Dervishaj" userId="b11e13838d442b7f" providerId="LiveId" clId="{F3AD846A-CFA8-4FEB-9238-7C276AE6174F}" dt="2025-03-26T15:44:07.530" v="119" actId="26606"/>
          <ac:graphicFrameMkLst>
            <pc:docMk/>
            <pc:sldMk cId="2635315742" sldId="271"/>
            <ac:graphicFrameMk id="5" creationId="{1989D418-EA8A-DE7C-B770-06889C224707}"/>
          </ac:graphicFrameMkLst>
        </pc:graphicFrameChg>
      </pc:sldChg>
      <pc:sldChg chg="addSp delSp modSp mod setBg setClrOvrMap">
        <pc:chgData name="Joana Dervishaj" userId="b11e13838d442b7f" providerId="LiveId" clId="{F3AD846A-CFA8-4FEB-9238-7C276AE6174F}" dt="2025-03-26T15:46:08.680" v="134" actId="26606"/>
        <pc:sldMkLst>
          <pc:docMk/>
          <pc:sldMk cId="2240134566" sldId="273"/>
        </pc:sldMkLst>
        <pc:spChg chg="mod">
          <ac:chgData name="Joana Dervishaj" userId="b11e13838d442b7f" providerId="LiveId" clId="{F3AD846A-CFA8-4FEB-9238-7C276AE6174F}" dt="2025-03-26T15:46:08.680" v="134" actId="26606"/>
          <ac:spMkLst>
            <pc:docMk/>
            <pc:sldMk cId="2240134566" sldId="273"/>
            <ac:spMk id="2" creationId="{47EA9EA1-4753-0D65-3879-D697019AC279}"/>
          </ac:spMkLst>
        </pc:spChg>
        <pc:spChg chg="mod">
          <ac:chgData name="Joana Dervishaj" userId="b11e13838d442b7f" providerId="LiveId" clId="{F3AD846A-CFA8-4FEB-9238-7C276AE6174F}" dt="2025-03-26T15:46:08.680" v="134" actId="26606"/>
          <ac:spMkLst>
            <pc:docMk/>
            <pc:sldMk cId="2240134566" sldId="273"/>
            <ac:spMk id="3" creationId="{61C0B39C-F8C9-FB28-42A9-DB857650AC33}"/>
          </ac:spMkLst>
        </pc:spChg>
        <pc:spChg chg="add">
          <ac:chgData name="Joana Dervishaj" userId="b11e13838d442b7f" providerId="LiveId" clId="{F3AD846A-CFA8-4FEB-9238-7C276AE6174F}" dt="2025-03-26T15:46:08.680" v="134" actId="26606"/>
          <ac:spMkLst>
            <pc:docMk/>
            <pc:sldMk cId="2240134566" sldId="273"/>
            <ac:spMk id="8" creationId="{2AEFFFF2-9EB4-4B6C-B9F8-2BA3EF89A21C}"/>
          </ac:spMkLst>
        </pc:spChg>
        <pc:spChg chg="add del">
          <ac:chgData name="Joana Dervishaj" userId="b11e13838d442b7f" providerId="LiveId" clId="{F3AD846A-CFA8-4FEB-9238-7C276AE6174F}" dt="2025-03-26T15:46:08.675" v="133" actId="26606"/>
          <ac:spMkLst>
            <pc:docMk/>
            <pc:sldMk cId="2240134566" sldId="273"/>
            <ac:spMk id="9" creationId="{68D8C857-9447-4941-8520-9A44A926F4FF}"/>
          </ac:spMkLst>
        </pc:spChg>
        <pc:spChg chg="add">
          <ac:chgData name="Joana Dervishaj" userId="b11e13838d442b7f" providerId="LiveId" clId="{F3AD846A-CFA8-4FEB-9238-7C276AE6174F}" dt="2025-03-26T15:46:08.680" v="134" actId="26606"/>
          <ac:spMkLst>
            <pc:docMk/>
            <pc:sldMk cId="2240134566" sldId="273"/>
            <ac:spMk id="10" creationId="{0D65299F-028F-4AFC-B46A-8DB33E20FE4A}"/>
          </ac:spMkLst>
        </pc:spChg>
        <pc:spChg chg="add">
          <ac:chgData name="Joana Dervishaj" userId="b11e13838d442b7f" providerId="LiveId" clId="{F3AD846A-CFA8-4FEB-9238-7C276AE6174F}" dt="2025-03-26T15:46:08.680" v="134" actId="26606"/>
          <ac:spMkLst>
            <pc:docMk/>
            <pc:sldMk cId="2240134566" sldId="273"/>
            <ac:spMk id="12" creationId="{BAC87F6E-526A-49B5-995D-42DB656594C9}"/>
          </ac:spMkLst>
        </pc:spChg>
        <pc:picChg chg="add del">
          <ac:chgData name="Joana Dervishaj" userId="b11e13838d442b7f" providerId="LiveId" clId="{F3AD846A-CFA8-4FEB-9238-7C276AE6174F}" dt="2025-03-26T15:46:08.675" v="133" actId="26606"/>
          <ac:picMkLst>
            <pc:docMk/>
            <pc:sldMk cId="2240134566" sldId="273"/>
            <ac:picMk id="5" creationId="{88674EA3-B8F2-C1B2-B8D6-D345CE9C8C74}"/>
          </ac:picMkLst>
        </pc:picChg>
      </pc:sldChg>
      <pc:sldChg chg="modSp mod setBg">
        <pc:chgData name="Joana Dervishaj" userId="b11e13838d442b7f" providerId="LiveId" clId="{F3AD846A-CFA8-4FEB-9238-7C276AE6174F}" dt="2025-03-26T15:45:11.145" v="125" actId="26606"/>
        <pc:sldMkLst>
          <pc:docMk/>
          <pc:sldMk cId="1502789103" sldId="274"/>
        </pc:sldMkLst>
        <pc:spChg chg="mod">
          <ac:chgData name="Joana Dervishaj" userId="b11e13838d442b7f" providerId="LiveId" clId="{F3AD846A-CFA8-4FEB-9238-7C276AE6174F}" dt="2025-03-26T15:45:11.145" v="125" actId="26606"/>
          <ac:spMkLst>
            <pc:docMk/>
            <pc:sldMk cId="1502789103" sldId="274"/>
            <ac:spMk id="2" creationId="{47EA9EA1-4753-0D65-3879-D697019AC279}"/>
          </ac:spMkLst>
        </pc:spChg>
        <pc:spChg chg="mod">
          <ac:chgData name="Joana Dervishaj" userId="b11e13838d442b7f" providerId="LiveId" clId="{F3AD846A-CFA8-4FEB-9238-7C276AE6174F}" dt="2025-03-26T15:45:11.145" v="125" actId="26606"/>
          <ac:spMkLst>
            <pc:docMk/>
            <pc:sldMk cId="1502789103" sldId="274"/>
            <ac:spMk id="3" creationId="{61C0B39C-F8C9-FB28-42A9-DB857650AC33}"/>
          </ac:spMkLst>
        </pc:spChg>
        <pc:picChg chg="mod">
          <ac:chgData name="Joana Dervishaj" userId="b11e13838d442b7f" providerId="LiveId" clId="{F3AD846A-CFA8-4FEB-9238-7C276AE6174F}" dt="2025-03-26T15:45:11.145" v="125" actId="26606"/>
          <ac:picMkLst>
            <pc:docMk/>
            <pc:sldMk cId="1502789103" sldId="274"/>
            <ac:picMk id="7170" creationId="{00000000-0000-0000-0000-000000000000}"/>
          </ac:picMkLst>
        </pc:picChg>
      </pc:sldChg>
      <pc:sldChg chg="addSp delSp modSp mod setBg">
        <pc:chgData name="Joana Dervishaj" userId="b11e13838d442b7f" providerId="LiveId" clId="{F3AD846A-CFA8-4FEB-9238-7C276AE6174F}" dt="2025-03-26T15:45:19.894" v="128" actId="26606"/>
        <pc:sldMkLst>
          <pc:docMk/>
          <pc:sldMk cId="4105325664" sldId="279"/>
        </pc:sldMkLst>
        <pc:spChg chg="mod">
          <ac:chgData name="Joana Dervishaj" userId="b11e13838d442b7f" providerId="LiveId" clId="{F3AD846A-CFA8-4FEB-9238-7C276AE6174F}" dt="2025-03-26T15:45:19.894" v="128" actId="26606"/>
          <ac:spMkLst>
            <pc:docMk/>
            <pc:sldMk cId="4105325664" sldId="279"/>
            <ac:spMk id="2" creationId="{47EA9EA1-4753-0D65-3879-D697019AC279}"/>
          </ac:spMkLst>
        </pc:spChg>
        <pc:spChg chg="mod">
          <ac:chgData name="Joana Dervishaj" userId="b11e13838d442b7f" providerId="LiveId" clId="{F3AD846A-CFA8-4FEB-9238-7C276AE6174F}" dt="2025-03-26T15:45:19.894" v="128" actId="26606"/>
          <ac:spMkLst>
            <pc:docMk/>
            <pc:sldMk cId="4105325664" sldId="279"/>
            <ac:spMk id="3" creationId="{61C0B39C-F8C9-FB28-42A9-DB857650AC33}"/>
          </ac:spMkLst>
        </pc:spChg>
        <pc:spChg chg="add del">
          <ac:chgData name="Joana Dervishaj" userId="b11e13838d442b7f" providerId="LiveId" clId="{F3AD846A-CFA8-4FEB-9238-7C276AE6174F}" dt="2025-03-26T15:45:19.892" v="127" actId="26606"/>
          <ac:spMkLst>
            <pc:docMk/>
            <pc:sldMk cId="4105325664" sldId="279"/>
            <ac:spMk id="4103" creationId="{419501C6-F015-4273-AF88-E0F6C853899F}"/>
          </ac:spMkLst>
        </pc:spChg>
        <pc:spChg chg="add del">
          <ac:chgData name="Joana Dervishaj" userId="b11e13838d442b7f" providerId="LiveId" clId="{F3AD846A-CFA8-4FEB-9238-7C276AE6174F}" dt="2025-03-26T15:45:19.892" v="127" actId="26606"/>
          <ac:spMkLst>
            <pc:docMk/>
            <pc:sldMk cId="4105325664" sldId="279"/>
            <ac:spMk id="4105" creationId="{CA677DB7-5829-45BD-9754-5EC484CC4253}"/>
          </ac:spMkLst>
        </pc:spChg>
        <pc:spChg chg="add">
          <ac:chgData name="Joana Dervishaj" userId="b11e13838d442b7f" providerId="LiveId" clId="{F3AD846A-CFA8-4FEB-9238-7C276AE6174F}" dt="2025-03-26T15:45:19.894" v="128" actId="26606"/>
          <ac:spMkLst>
            <pc:docMk/>
            <pc:sldMk cId="4105325664" sldId="279"/>
            <ac:spMk id="4107" creationId="{F77FF0B6-332F-4842-A5F8-EA360BD5FF84}"/>
          </ac:spMkLst>
        </pc:spChg>
        <pc:spChg chg="add">
          <ac:chgData name="Joana Dervishaj" userId="b11e13838d442b7f" providerId="LiveId" clId="{F3AD846A-CFA8-4FEB-9238-7C276AE6174F}" dt="2025-03-26T15:45:19.894" v="128" actId="26606"/>
          <ac:spMkLst>
            <pc:docMk/>
            <pc:sldMk cId="4105325664" sldId="279"/>
            <ac:spMk id="4108" creationId="{23D9B6CF-87DD-47C7-B38D-7C5353D4DC9D}"/>
          </ac:spMkLst>
        </pc:spChg>
        <pc:spChg chg="add">
          <ac:chgData name="Joana Dervishaj" userId="b11e13838d442b7f" providerId="LiveId" clId="{F3AD846A-CFA8-4FEB-9238-7C276AE6174F}" dt="2025-03-26T15:45:19.894" v="128" actId="26606"/>
          <ac:spMkLst>
            <pc:docMk/>
            <pc:sldMk cId="4105325664" sldId="279"/>
            <ac:spMk id="4109" creationId="{EFE2328B-DA12-4B90-BD82-3CCF13AF6C83}"/>
          </ac:spMkLst>
        </pc:spChg>
        <pc:picChg chg="mod">
          <ac:chgData name="Joana Dervishaj" userId="b11e13838d442b7f" providerId="LiveId" clId="{F3AD846A-CFA8-4FEB-9238-7C276AE6174F}" dt="2025-03-26T15:45:19.894" v="128" actId="26606"/>
          <ac:picMkLst>
            <pc:docMk/>
            <pc:sldMk cId="4105325664" sldId="279"/>
            <ac:picMk id="4098" creationId="{00000000-0000-0000-0000-000000000000}"/>
          </ac:picMkLst>
        </pc:picChg>
      </pc:sldChg>
      <pc:sldChg chg="addSp delSp modSp mod setBg">
        <pc:chgData name="Joana Dervishaj" userId="b11e13838d442b7f" providerId="LiveId" clId="{F3AD846A-CFA8-4FEB-9238-7C276AE6174F}" dt="2025-03-26T15:44:30.816" v="121" actId="26606"/>
        <pc:sldMkLst>
          <pc:docMk/>
          <pc:sldMk cId="3249950316" sldId="281"/>
        </pc:sldMkLst>
        <pc:spChg chg="mod">
          <ac:chgData name="Joana Dervishaj" userId="b11e13838d442b7f" providerId="LiveId" clId="{F3AD846A-CFA8-4FEB-9238-7C276AE6174F}" dt="2025-03-26T15:44:30.816" v="121" actId="26606"/>
          <ac:spMkLst>
            <pc:docMk/>
            <pc:sldMk cId="3249950316" sldId="281"/>
            <ac:spMk id="2" creationId="{51D7C3F3-ADE4-912F-32FC-DCFBBE222FB1}"/>
          </ac:spMkLst>
        </pc:spChg>
        <pc:spChg chg="del">
          <ac:chgData name="Joana Dervishaj" userId="b11e13838d442b7f" providerId="LiveId" clId="{F3AD846A-CFA8-4FEB-9238-7C276AE6174F}" dt="2025-03-26T15:44:30.816" v="121" actId="26606"/>
          <ac:spMkLst>
            <pc:docMk/>
            <pc:sldMk cId="3249950316" sldId="281"/>
            <ac:spMk id="3" creationId="{5ADE7FFD-B7EF-808B-86C2-3D7BBD1E4D6C}"/>
          </ac:spMkLst>
        </pc:spChg>
        <pc:spChg chg="add">
          <ac:chgData name="Joana Dervishaj" userId="b11e13838d442b7f" providerId="LiveId" clId="{F3AD846A-CFA8-4FEB-9238-7C276AE6174F}" dt="2025-03-26T15:44:30.816" v="121" actId="26606"/>
          <ac:spMkLst>
            <pc:docMk/>
            <pc:sldMk cId="3249950316" sldId="281"/>
            <ac:spMk id="9" creationId="{4E866FF9-A729-45F0-A163-10E89E871602}"/>
          </ac:spMkLst>
        </pc:spChg>
        <pc:spChg chg="add">
          <ac:chgData name="Joana Dervishaj" userId="b11e13838d442b7f" providerId="LiveId" clId="{F3AD846A-CFA8-4FEB-9238-7C276AE6174F}" dt="2025-03-26T15:44:30.816" v="121" actId="26606"/>
          <ac:spMkLst>
            <pc:docMk/>
            <pc:sldMk cId="3249950316" sldId="281"/>
            <ac:spMk id="11" creationId="{A804366F-2366-4688-98E7-B101C7BC6146}"/>
          </ac:spMkLst>
        </pc:spChg>
        <pc:graphicFrameChg chg="add">
          <ac:chgData name="Joana Dervishaj" userId="b11e13838d442b7f" providerId="LiveId" clId="{F3AD846A-CFA8-4FEB-9238-7C276AE6174F}" dt="2025-03-26T15:44:30.816" v="121" actId="26606"/>
          <ac:graphicFrameMkLst>
            <pc:docMk/>
            <pc:sldMk cId="3249950316" sldId="281"/>
            <ac:graphicFrameMk id="5" creationId="{EB507FF3-9EDF-34D7-6005-71BAA679AF06}"/>
          </ac:graphicFrameMkLst>
        </pc:graphicFrameChg>
      </pc:sldChg>
      <pc:sldChg chg="addSp delSp modSp new mod modClrScheme chgLayout">
        <pc:chgData name="Joana Dervishaj" userId="b11e13838d442b7f" providerId="LiveId" clId="{F3AD846A-CFA8-4FEB-9238-7C276AE6174F}" dt="2025-03-26T16:31:52.203" v="140" actId="14100"/>
        <pc:sldMkLst>
          <pc:docMk/>
          <pc:sldMk cId="1002092192" sldId="282"/>
        </pc:sldMkLst>
        <pc:spChg chg="add mod ord">
          <ac:chgData name="Joana Dervishaj" userId="b11e13838d442b7f" providerId="LiveId" clId="{F3AD846A-CFA8-4FEB-9238-7C276AE6174F}" dt="2025-03-26T15:35:49.699" v="112" actId="14100"/>
          <ac:spMkLst>
            <pc:docMk/>
            <pc:sldMk cId="1002092192" sldId="282"/>
            <ac:spMk id="6" creationId="{71BB4980-B958-63C2-E07B-52B3FF197F96}"/>
          </ac:spMkLst>
        </pc:spChg>
        <pc:picChg chg="add mod">
          <ac:chgData name="Joana Dervishaj" userId="b11e13838d442b7f" providerId="LiveId" clId="{F3AD846A-CFA8-4FEB-9238-7C276AE6174F}" dt="2025-03-26T15:35:51.249" v="113" actId="1076"/>
          <ac:picMkLst>
            <pc:docMk/>
            <pc:sldMk cId="1002092192" sldId="282"/>
            <ac:picMk id="3" creationId="{EFF060DE-60F1-AAFC-2124-907206D3C6F1}"/>
          </ac:picMkLst>
        </pc:picChg>
        <pc:picChg chg="add mod">
          <ac:chgData name="Joana Dervishaj" userId="b11e13838d442b7f" providerId="LiveId" clId="{F3AD846A-CFA8-4FEB-9238-7C276AE6174F}" dt="2025-03-26T16:31:52.203" v="140" actId="14100"/>
          <ac:picMkLst>
            <pc:docMk/>
            <pc:sldMk cId="1002092192" sldId="282"/>
            <ac:picMk id="4" creationId="{6655971D-FFE3-A47C-F589-122A0D92147A}"/>
          </ac:picMkLst>
        </pc:picChg>
        <pc:picChg chg="add mod">
          <ac:chgData name="Joana Dervishaj" userId="b11e13838d442b7f" providerId="LiveId" clId="{F3AD846A-CFA8-4FEB-9238-7C276AE6174F}" dt="2025-03-26T15:35:24.423" v="108" actId="1076"/>
          <ac:picMkLst>
            <pc:docMk/>
            <pc:sldMk cId="1002092192" sldId="282"/>
            <ac:picMk id="5" creationId="{D65B01F9-6B63-9164-D0BB-3ED016623047}"/>
          </ac:picMkLst>
        </pc:picChg>
        <pc:picChg chg="add mod">
          <ac:chgData name="Joana Dervishaj" userId="b11e13838d442b7f" providerId="LiveId" clId="{F3AD846A-CFA8-4FEB-9238-7C276AE6174F}" dt="2025-03-26T15:35:22.844" v="107" actId="1076"/>
          <ac:picMkLst>
            <pc:docMk/>
            <pc:sldMk cId="1002092192" sldId="282"/>
            <ac:picMk id="8" creationId="{E2D7E06F-2303-A939-8981-C044B1DE871A}"/>
          </ac:picMkLst>
        </pc:picChg>
        <pc:picChg chg="add mod">
          <ac:chgData name="Joana Dervishaj" userId="b11e13838d442b7f" providerId="LiveId" clId="{F3AD846A-CFA8-4FEB-9238-7C276AE6174F}" dt="2025-03-26T15:35:54.872" v="114" actId="1076"/>
          <ac:picMkLst>
            <pc:docMk/>
            <pc:sldMk cId="1002092192" sldId="282"/>
            <ac:picMk id="10" creationId="{E866A27D-FA8C-72CC-45FE-C63183524A30}"/>
          </ac:picMkLst>
        </pc:picChg>
        <pc:picChg chg="add del mod">
          <ac:chgData name="Joana Dervishaj" userId="b11e13838d442b7f" providerId="LiveId" clId="{F3AD846A-CFA8-4FEB-9238-7C276AE6174F}" dt="2025-03-26T16:31:46.698" v="137" actId="478"/>
          <ac:picMkLst>
            <pc:docMk/>
            <pc:sldMk cId="1002092192" sldId="282"/>
            <ac:picMk id="12" creationId="{161C5C50-9274-AFFC-CD83-014AC9D16BB2}"/>
          </ac:picMkLst>
        </pc:picChg>
      </pc:sldChg>
      <pc:sldChg chg="new del">
        <pc:chgData name="Joana Dervishaj" userId="b11e13838d442b7f" providerId="LiveId" clId="{F3AD846A-CFA8-4FEB-9238-7C276AE6174F}" dt="2025-03-26T15:34:32.596" v="94" actId="47"/>
        <pc:sldMkLst>
          <pc:docMk/>
          <pc:sldMk cId="1715621553" sldId="283"/>
        </pc:sldMkLst>
      </pc:sldChg>
    </pc:docChg>
  </pc:docChgLst>
</pc:chgInfo>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image" Target="../media/image3.svg"/><Relationship Id="rId1" Type="http://schemas.openxmlformats.org/officeDocument/2006/relationships/image" Target="../media/image2.png"/><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4_2">
  <dgm:title val=""/>
  <dgm:desc val=""/>
  <dgm:catLst>
    <dgm:cat type="accent4" pri="11200"/>
  </dgm:catLst>
  <dgm:styleLbl name="node0">
    <dgm:fillClrLst meth="repeat">
      <a:schemeClr val="accent4"/>
    </dgm:fillClrLst>
    <dgm:linClrLst meth="repeat">
      <a:schemeClr val="lt1"/>
    </dgm:linClrLst>
    <dgm:effectClrLst/>
    <dgm:txLinClrLst/>
    <dgm:txFillClrLst/>
    <dgm:txEffectClrLst/>
  </dgm:styleLbl>
  <dgm:styleLbl name="node1">
    <dgm:fillClrLst meth="repeat">
      <a:schemeClr val="accent4"/>
    </dgm:fillClrLst>
    <dgm:linClrLst meth="repeat">
      <a:schemeClr val="lt1"/>
    </dgm:linClrLst>
    <dgm:effectClrLst/>
    <dgm:txLinClrLst/>
    <dgm:txFillClrLst/>
    <dgm:txEffectClrLst/>
  </dgm:styleLbl>
  <dgm:styleLbl name="alignNode1">
    <dgm:fillClrLst meth="repeat">
      <a:schemeClr val="accent4"/>
    </dgm:fillClrLst>
    <dgm:linClrLst meth="repeat">
      <a:schemeClr val="accent4"/>
    </dgm:linClrLst>
    <dgm:effectClrLst/>
    <dgm:txLinClrLst/>
    <dgm:txFillClrLst/>
    <dgm:txEffectClrLst/>
  </dgm:styleLbl>
  <dgm:styleLbl name="lnNode1">
    <dgm:fillClrLst meth="repeat">
      <a:schemeClr val="accent4"/>
    </dgm:fillClrLst>
    <dgm:linClrLst meth="repeat">
      <a:schemeClr val="lt1"/>
    </dgm:linClrLst>
    <dgm:effectClrLst/>
    <dgm:txLinClrLst/>
    <dgm:txFillClrLst/>
    <dgm:txEffectClrLst/>
  </dgm:styleLbl>
  <dgm:styleLbl name="vennNode1">
    <dgm:fillClrLst meth="repeat">
      <a:schemeClr val="accent4">
        <a:alpha val="50000"/>
      </a:schemeClr>
    </dgm:fillClrLst>
    <dgm:linClrLst meth="repeat">
      <a:schemeClr val="lt1"/>
    </dgm:linClrLst>
    <dgm:effectClrLst/>
    <dgm:txLinClrLst/>
    <dgm:txFillClrLst/>
    <dgm:txEffectClrLst/>
  </dgm:styleLbl>
  <dgm:styleLbl name="node2">
    <dgm:fillClrLst meth="repeat">
      <a:schemeClr val="accent4"/>
    </dgm:fillClrLst>
    <dgm:linClrLst meth="repeat">
      <a:schemeClr val="lt1"/>
    </dgm:linClrLst>
    <dgm:effectClrLst/>
    <dgm:txLinClrLst/>
    <dgm:txFillClrLst/>
    <dgm:txEffectClrLst/>
  </dgm:styleLbl>
  <dgm:styleLbl name="node3">
    <dgm:fillClrLst meth="repeat">
      <a:schemeClr val="accent4"/>
    </dgm:fillClrLst>
    <dgm:linClrLst meth="repeat">
      <a:schemeClr val="lt1"/>
    </dgm:linClrLst>
    <dgm:effectClrLst/>
    <dgm:txLinClrLst/>
    <dgm:txFillClrLst/>
    <dgm:txEffectClrLst/>
  </dgm:styleLbl>
  <dgm:styleLbl name="node4">
    <dgm:fillClrLst meth="repeat">
      <a:schemeClr val="accent4"/>
    </dgm:fillClrLst>
    <dgm:linClrLst meth="repeat">
      <a:schemeClr val="lt1"/>
    </dgm:linClrLst>
    <dgm:effectClrLst/>
    <dgm:txLinClrLst/>
    <dgm:txFillClrLst/>
    <dgm:txEffectClrLst/>
  </dgm:styleLbl>
  <dgm:styleLbl name="f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4">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4">
        <a:tint val="60000"/>
      </a:schemeClr>
    </dgm:fillClrLst>
    <dgm:linClrLst meth="repeat">
      <a:schemeClr val="accent4">
        <a:tint val="60000"/>
      </a:schemeClr>
    </dgm:linClrLst>
    <dgm:effectClrLst/>
    <dgm:txLinClrLst/>
    <dgm:txFillClrLst/>
    <dgm:txEffectClrLst/>
  </dgm:styleLbl>
  <dgm:styleLbl name="fgSibTrans2D1">
    <dgm:fillClrLst meth="repeat">
      <a:schemeClr val="accent4">
        <a:tint val="60000"/>
      </a:schemeClr>
    </dgm:fillClrLst>
    <dgm:linClrLst meth="repeat">
      <a:schemeClr val="accent4">
        <a:tint val="60000"/>
      </a:schemeClr>
    </dgm:linClrLst>
    <dgm:effectClrLst/>
    <dgm:txLinClrLst/>
    <dgm:txFillClrLst/>
    <dgm:txEffectClrLst/>
  </dgm:styleLbl>
  <dgm:styleLbl name="bgSibTrans2D1">
    <dgm:fillClrLst meth="repeat">
      <a:schemeClr val="accent4">
        <a:tint val="60000"/>
      </a:schemeClr>
    </dgm:fillClrLst>
    <dgm:linClrLst meth="repeat">
      <a:schemeClr val="accent4">
        <a:tint val="60000"/>
      </a:schemeClr>
    </dgm:linClrLst>
    <dgm:effectClrLst/>
    <dgm:txLinClrLst/>
    <dgm:txFillClrLst/>
    <dgm:txEffectClrLst/>
  </dgm:styleLbl>
  <dgm:styleLbl name="sibTrans1D1">
    <dgm:fillClrLst meth="repeat">
      <a:schemeClr val="accent4"/>
    </dgm:fillClrLst>
    <dgm:linClrLst meth="repeat">
      <a:schemeClr val="accent4"/>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dgm:linClrLst>
    <dgm:effectClrLst/>
    <dgm:txLinClrLst/>
    <dgm:txFillClrLst/>
    <dgm:txEffectClrLst/>
  </dgm:styleLbl>
  <dgm:styleLbl name="asst1">
    <dgm:fillClrLst meth="repeat">
      <a:schemeClr val="accent4"/>
    </dgm:fillClrLst>
    <dgm:linClrLst meth="repeat">
      <a:schemeClr val="lt1"/>
    </dgm:linClrLst>
    <dgm:effectClrLst/>
    <dgm:txLinClrLst/>
    <dgm:txFillClrLst/>
    <dgm:txEffectClrLst/>
  </dgm:styleLbl>
  <dgm:styleLbl name="asst2">
    <dgm:fillClrLst meth="repeat">
      <a:schemeClr val="accent4"/>
    </dgm:fillClrLst>
    <dgm:linClrLst meth="repeat">
      <a:schemeClr val="lt1"/>
    </dgm:linClrLst>
    <dgm:effectClrLst/>
    <dgm:txLinClrLst/>
    <dgm:txFillClrLst/>
    <dgm:txEffectClrLst/>
  </dgm:styleLbl>
  <dgm:styleLbl name="asst3">
    <dgm:fillClrLst meth="repeat">
      <a:schemeClr val="accent4"/>
    </dgm:fillClrLst>
    <dgm:linClrLst meth="repeat">
      <a:schemeClr val="lt1"/>
    </dgm:linClrLst>
    <dgm:effectClrLst/>
    <dgm:txLinClrLst/>
    <dgm:txFillClrLst/>
    <dgm:txEffectClrLst/>
  </dgm:styleLbl>
  <dgm:styleLbl name="asst4">
    <dgm:fillClrLst meth="repeat">
      <a:schemeClr val="accent4"/>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dgm:fillClrLst>
    <dgm:linClrLst meth="repeat">
      <a:schemeClr val="accent4"/>
    </dgm:linClrLst>
    <dgm:effectClrLst/>
    <dgm:txLinClrLst/>
    <dgm:txFillClrLst meth="repeat">
      <a:schemeClr val="lt1"/>
    </dgm:txFillClrLst>
    <dgm:txEffectClrLst/>
  </dgm:styleLbl>
  <dgm:styleLbl name="parChTrans2D3">
    <dgm:fillClrLst meth="repeat">
      <a:schemeClr val="accent4"/>
    </dgm:fillClrLst>
    <dgm:linClrLst meth="repeat">
      <a:schemeClr val="accent4"/>
    </dgm:linClrLst>
    <dgm:effectClrLst/>
    <dgm:txLinClrLst/>
    <dgm:txFillClrLst meth="repeat">
      <a:schemeClr val="lt1"/>
    </dgm:txFillClrLst>
    <dgm:txEffectClrLst/>
  </dgm:styleLbl>
  <dgm:styleLbl name="parChTrans2D4">
    <dgm:fillClrLst meth="repeat">
      <a:schemeClr val="accent4"/>
    </dgm:fillClrLst>
    <dgm:linClrLst meth="repeat">
      <a:schemeClr val="accent4"/>
    </dgm:linClrLst>
    <dgm:effectClrLst/>
    <dgm:txLinClrLst/>
    <dgm:txFillClrLst meth="repeat">
      <a:schemeClr val="lt1"/>
    </dgm:txFillClrLst>
    <dgm:txEffectClrLst/>
  </dgm:styleLbl>
  <dgm:styleLbl name="parChTrans1D1">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2">
    <dgm:fillClrLst meth="repeat">
      <a:schemeClr val="accent4"/>
    </dgm:fillClrLst>
    <dgm:linClrLst meth="repeat">
      <a:schemeClr val="accent4">
        <a:shade val="60000"/>
      </a:schemeClr>
    </dgm:linClrLst>
    <dgm:effectClrLst/>
    <dgm:txLinClrLst/>
    <dgm:txFillClrLst meth="repeat">
      <a:schemeClr val="tx1"/>
    </dgm:txFillClrLst>
    <dgm:txEffectClrLst/>
  </dgm:styleLbl>
  <dgm:styleLbl name="parChTrans1D3">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parChTrans1D4">
    <dgm:fillClrLst meth="repeat">
      <a:schemeClr val="accent4"/>
    </dgm:fillClrLst>
    <dgm:linClrLst meth="repeat">
      <a:schemeClr val="accent4">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solidFgAcc1">
    <dgm:fillClrLst meth="repeat">
      <a:schemeClr val="lt1"/>
    </dgm:fillClrLst>
    <dgm:linClrLst meth="repeat">
      <a:schemeClr val="accent4"/>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accent4"/>
    </dgm:linClrLst>
    <dgm:effectClrLst/>
    <dgm:txLinClrLst/>
    <dgm:txFillClrLst meth="repeat">
      <a:schemeClr val="dk1"/>
    </dgm:txFillClrLst>
    <dgm:txEffectClrLst/>
  </dgm:styleLbl>
  <dgm:styleLbl name="dkBgShp">
    <dgm:fillClrLst meth="repeat">
      <a:schemeClr val="accent4">
        <a:shade val="80000"/>
      </a:schemeClr>
    </dgm:fillClrLst>
    <dgm:linClrLst meth="repeat">
      <a:schemeClr val="accent4"/>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535AE28-AE7C-4A27-9148-00D9A4A4B2E2}"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B809DE01-C049-4DBC-B2EE-9DB3EB058CB5}">
      <dgm:prSet/>
      <dgm:spPr/>
      <dgm:t>
        <a:bodyPr/>
        <a:lstStyle/>
        <a:p>
          <a:r>
            <a:rPr lang="en-US"/>
            <a:t>Analyze global economic trends using </a:t>
          </a:r>
          <a:r>
            <a:rPr lang="en-US" b="1"/>
            <a:t>World Bank Data</a:t>
          </a:r>
          <a:r>
            <a:rPr lang="en-US"/>
            <a:t>.</a:t>
          </a:r>
        </a:p>
      </dgm:t>
    </dgm:pt>
    <dgm:pt modelId="{FDF9348C-EF7C-4E3A-B20E-29040CEC64FC}" type="parTrans" cxnId="{90E1CEE5-E9CE-43C1-9A21-1632A9B74F16}">
      <dgm:prSet/>
      <dgm:spPr/>
      <dgm:t>
        <a:bodyPr/>
        <a:lstStyle/>
        <a:p>
          <a:endParaRPr lang="en-US"/>
        </a:p>
      </dgm:t>
    </dgm:pt>
    <dgm:pt modelId="{91FEFB93-7147-4C4A-86EA-0E5908F806D1}" type="sibTrans" cxnId="{90E1CEE5-E9CE-43C1-9A21-1632A9B74F16}">
      <dgm:prSet/>
      <dgm:spPr/>
      <dgm:t>
        <a:bodyPr/>
        <a:lstStyle/>
        <a:p>
          <a:endParaRPr lang="en-US"/>
        </a:p>
      </dgm:t>
    </dgm:pt>
    <dgm:pt modelId="{C074B02B-E32A-4B8B-93D1-2668BED80701}">
      <dgm:prSet/>
      <dgm:spPr/>
      <dgm:t>
        <a:bodyPr/>
        <a:lstStyle/>
        <a:p>
          <a:r>
            <a:rPr lang="en-US"/>
            <a:t>Perform Exploratory Data Analysis (EDA).</a:t>
          </a:r>
        </a:p>
      </dgm:t>
    </dgm:pt>
    <dgm:pt modelId="{D66D869B-8634-4B45-99F0-7E85FFB51F48}" type="parTrans" cxnId="{25C29ECA-8A18-4F4F-A1C9-69A9A6DAEC8A}">
      <dgm:prSet/>
      <dgm:spPr/>
      <dgm:t>
        <a:bodyPr/>
        <a:lstStyle/>
        <a:p>
          <a:endParaRPr lang="en-US"/>
        </a:p>
      </dgm:t>
    </dgm:pt>
    <dgm:pt modelId="{A087A29C-AB9E-4AA0-A8B0-2192980C87F1}" type="sibTrans" cxnId="{25C29ECA-8A18-4F4F-A1C9-69A9A6DAEC8A}">
      <dgm:prSet/>
      <dgm:spPr/>
      <dgm:t>
        <a:bodyPr/>
        <a:lstStyle/>
        <a:p>
          <a:endParaRPr lang="en-US"/>
        </a:p>
      </dgm:t>
    </dgm:pt>
    <dgm:pt modelId="{A61D4109-8870-48A2-9512-282A184659A3}">
      <dgm:prSet/>
      <dgm:spPr/>
      <dgm:t>
        <a:bodyPr/>
        <a:lstStyle/>
        <a:p>
          <a:r>
            <a:rPr lang="en-US"/>
            <a:t>Utilize Data Wrangling and Data Aggregation.</a:t>
          </a:r>
        </a:p>
      </dgm:t>
    </dgm:pt>
    <dgm:pt modelId="{32856F4E-16EA-40C1-8A75-5DECD9CD17EF}" type="parTrans" cxnId="{085CFB40-5A59-4C70-BC3D-7E9933243ADD}">
      <dgm:prSet/>
      <dgm:spPr/>
      <dgm:t>
        <a:bodyPr/>
        <a:lstStyle/>
        <a:p>
          <a:endParaRPr lang="en-US"/>
        </a:p>
      </dgm:t>
    </dgm:pt>
    <dgm:pt modelId="{E1AECD1C-89F0-4178-AB4C-DBA1D4845E47}" type="sibTrans" cxnId="{085CFB40-5A59-4C70-BC3D-7E9933243ADD}">
      <dgm:prSet/>
      <dgm:spPr/>
      <dgm:t>
        <a:bodyPr/>
        <a:lstStyle/>
        <a:p>
          <a:endParaRPr lang="en-US"/>
        </a:p>
      </dgm:t>
    </dgm:pt>
    <dgm:pt modelId="{30834A99-0EFF-414A-9155-1CF74C724331}">
      <dgm:prSet/>
      <dgm:spPr/>
      <dgm:t>
        <a:bodyPr/>
        <a:lstStyle/>
        <a:p>
          <a:r>
            <a:rPr lang="en-US"/>
            <a:t>Design and implement data visualizations.</a:t>
          </a:r>
        </a:p>
      </dgm:t>
    </dgm:pt>
    <dgm:pt modelId="{2EBBA80C-EA8E-4A97-AB28-E7BEE869BB8C}" type="parTrans" cxnId="{0F924052-2FC0-42E1-92AF-CA6223A34E6E}">
      <dgm:prSet/>
      <dgm:spPr/>
      <dgm:t>
        <a:bodyPr/>
        <a:lstStyle/>
        <a:p>
          <a:endParaRPr lang="en-US"/>
        </a:p>
      </dgm:t>
    </dgm:pt>
    <dgm:pt modelId="{C1A42EA6-1358-460E-9985-2A2ED4E01B8B}" type="sibTrans" cxnId="{0F924052-2FC0-42E1-92AF-CA6223A34E6E}">
      <dgm:prSet/>
      <dgm:spPr/>
      <dgm:t>
        <a:bodyPr/>
        <a:lstStyle/>
        <a:p>
          <a:endParaRPr lang="en-US"/>
        </a:p>
      </dgm:t>
    </dgm:pt>
    <dgm:pt modelId="{3D5D4BD5-41A1-466F-B4D7-EA5222B19C2B}">
      <dgm:prSet/>
      <dgm:spPr/>
      <dgm:t>
        <a:bodyPr/>
        <a:lstStyle/>
        <a:p>
          <a:r>
            <a:rPr lang="en-US"/>
            <a:t>Derive data-driven conclusions.</a:t>
          </a:r>
        </a:p>
      </dgm:t>
    </dgm:pt>
    <dgm:pt modelId="{740F3BA2-A17D-445A-9790-7223365A86E2}" type="parTrans" cxnId="{37D7A183-9F77-45CF-8764-0AF8D0760A99}">
      <dgm:prSet/>
      <dgm:spPr/>
      <dgm:t>
        <a:bodyPr/>
        <a:lstStyle/>
        <a:p>
          <a:endParaRPr lang="en-US"/>
        </a:p>
      </dgm:t>
    </dgm:pt>
    <dgm:pt modelId="{3835C571-4A1C-422E-9BFF-BCFADAA72E04}" type="sibTrans" cxnId="{37D7A183-9F77-45CF-8764-0AF8D0760A99}">
      <dgm:prSet/>
      <dgm:spPr/>
      <dgm:t>
        <a:bodyPr/>
        <a:lstStyle/>
        <a:p>
          <a:endParaRPr lang="en-US"/>
        </a:p>
      </dgm:t>
    </dgm:pt>
    <dgm:pt modelId="{D9FF7803-DABC-4D1B-BD7D-BD5E323CAEC0}" type="pres">
      <dgm:prSet presAssocID="{5535AE28-AE7C-4A27-9148-00D9A4A4B2E2}" presName="root" presStyleCnt="0">
        <dgm:presLayoutVars>
          <dgm:dir/>
          <dgm:resizeHandles val="exact"/>
        </dgm:presLayoutVars>
      </dgm:prSet>
      <dgm:spPr/>
    </dgm:pt>
    <dgm:pt modelId="{00641763-87B9-4D29-8AEC-B5013C86C9F9}" type="pres">
      <dgm:prSet presAssocID="{B809DE01-C049-4DBC-B2EE-9DB3EB058CB5}" presName="compNode" presStyleCnt="0"/>
      <dgm:spPr/>
    </dgm:pt>
    <dgm:pt modelId="{76771776-D507-4188-82EF-2B64199ECFAC}" type="pres">
      <dgm:prSet presAssocID="{B809DE01-C049-4DBC-B2EE-9DB3EB058CB5}" presName="bgRect" presStyleLbl="bgShp" presStyleIdx="0" presStyleCnt="5"/>
      <dgm:spPr/>
    </dgm:pt>
    <dgm:pt modelId="{7FC5D613-F098-4F26-A2F5-F3889FF05AD0}" type="pres">
      <dgm:prSet presAssocID="{B809DE01-C049-4DBC-B2EE-9DB3EB058CB5}"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nk"/>
        </a:ext>
      </dgm:extLst>
    </dgm:pt>
    <dgm:pt modelId="{5714BE61-D51F-44AF-80F1-6BCB70BECF70}" type="pres">
      <dgm:prSet presAssocID="{B809DE01-C049-4DBC-B2EE-9DB3EB058CB5}" presName="spaceRect" presStyleCnt="0"/>
      <dgm:spPr/>
    </dgm:pt>
    <dgm:pt modelId="{E39836DD-7E55-481A-8EB4-E5D211D3A74D}" type="pres">
      <dgm:prSet presAssocID="{B809DE01-C049-4DBC-B2EE-9DB3EB058CB5}" presName="parTx" presStyleLbl="revTx" presStyleIdx="0" presStyleCnt="5">
        <dgm:presLayoutVars>
          <dgm:chMax val="0"/>
          <dgm:chPref val="0"/>
        </dgm:presLayoutVars>
      </dgm:prSet>
      <dgm:spPr/>
    </dgm:pt>
    <dgm:pt modelId="{899AB9C7-C4C1-4A92-B09E-391DD0B0A355}" type="pres">
      <dgm:prSet presAssocID="{91FEFB93-7147-4C4A-86EA-0E5908F806D1}" presName="sibTrans" presStyleCnt="0"/>
      <dgm:spPr/>
    </dgm:pt>
    <dgm:pt modelId="{CA8CF044-71FB-4B6F-BC1A-A795A41B6740}" type="pres">
      <dgm:prSet presAssocID="{C074B02B-E32A-4B8B-93D1-2668BED80701}" presName="compNode" presStyleCnt="0"/>
      <dgm:spPr/>
    </dgm:pt>
    <dgm:pt modelId="{A15BD79A-1478-424C-BF72-E1F55AFF15AE}" type="pres">
      <dgm:prSet presAssocID="{C074B02B-E32A-4B8B-93D1-2668BED80701}" presName="bgRect" presStyleLbl="bgShp" presStyleIdx="1" presStyleCnt="5"/>
      <dgm:spPr/>
    </dgm:pt>
    <dgm:pt modelId="{1C6D1FE7-F5B9-44F9-ABA7-EA4C28CB9080}" type="pres">
      <dgm:prSet presAssocID="{C074B02B-E32A-4B8B-93D1-2668BED80701}"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atistics"/>
        </a:ext>
      </dgm:extLst>
    </dgm:pt>
    <dgm:pt modelId="{7712B6C1-E492-49D6-9B24-10ED0CD7B1FE}" type="pres">
      <dgm:prSet presAssocID="{C074B02B-E32A-4B8B-93D1-2668BED80701}" presName="spaceRect" presStyleCnt="0"/>
      <dgm:spPr/>
    </dgm:pt>
    <dgm:pt modelId="{7B89111C-EC28-4D34-8635-C9DE837293BD}" type="pres">
      <dgm:prSet presAssocID="{C074B02B-E32A-4B8B-93D1-2668BED80701}" presName="parTx" presStyleLbl="revTx" presStyleIdx="1" presStyleCnt="5">
        <dgm:presLayoutVars>
          <dgm:chMax val="0"/>
          <dgm:chPref val="0"/>
        </dgm:presLayoutVars>
      </dgm:prSet>
      <dgm:spPr/>
    </dgm:pt>
    <dgm:pt modelId="{C182ACB6-5693-4A93-BEA4-E896BC5751C0}" type="pres">
      <dgm:prSet presAssocID="{A087A29C-AB9E-4AA0-A8B0-2192980C87F1}" presName="sibTrans" presStyleCnt="0"/>
      <dgm:spPr/>
    </dgm:pt>
    <dgm:pt modelId="{7E389A38-925C-410B-8C30-530A5DD7AC5D}" type="pres">
      <dgm:prSet presAssocID="{A61D4109-8870-48A2-9512-282A184659A3}" presName="compNode" presStyleCnt="0"/>
      <dgm:spPr/>
    </dgm:pt>
    <dgm:pt modelId="{547AA768-9576-46A9-9699-533CA91FC5EF}" type="pres">
      <dgm:prSet presAssocID="{A61D4109-8870-48A2-9512-282A184659A3}" presName="bgRect" presStyleLbl="bgShp" presStyleIdx="2" presStyleCnt="5"/>
      <dgm:spPr/>
    </dgm:pt>
    <dgm:pt modelId="{40357779-A14E-4554-857E-35F7735153B2}" type="pres">
      <dgm:prSet presAssocID="{A61D4109-8870-48A2-9512-282A184659A3}"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Database"/>
        </a:ext>
      </dgm:extLst>
    </dgm:pt>
    <dgm:pt modelId="{FCD133CE-FA14-4131-BAE4-097C6F288106}" type="pres">
      <dgm:prSet presAssocID="{A61D4109-8870-48A2-9512-282A184659A3}" presName="spaceRect" presStyleCnt="0"/>
      <dgm:spPr/>
    </dgm:pt>
    <dgm:pt modelId="{4CB8C6DC-0A72-4CEF-8058-BE4A1185664B}" type="pres">
      <dgm:prSet presAssocID="{A61D4109-8870-48A2-9512-282A184659A3}" presName="parTx" presStyleLbl="revTx" presStyleIdx="2" presStyleCnt="5">
        <dgm:presLayoutVars>
          <dgm:chMax val="0"/>
          <dgm:chPref val="0"/>
        </dgm:presLayoutVars>
      </dgm:prSet>
      <dgm:spPr/>
    </dgm:pt>
    <dgm:pt modelId="{A5EDFF01-8658-46E0-B177-ACD438591620}" type="pres">
      <dgm:prSet presAssocID="{E1AECD1C-89F0-4178-AB4C-DBA1D4845E47}" presName="sibTrans" presStyleCnt="0"/>
      <dgm:spPr/>
    </dgm:pt>
    <dgm:pt modelId="{6A7BD60C-5188-4362-84D9-6D79A629EF07}" type="pres">
      <dgm:prSet presAssocID="{30834A99-0EFF-414A-9155-1CF74C724331}" presName="compNode" presStyleCnt="0"/>
      <dgm:spPr/>
    </dgm:pt>
    <dgm:pt modelId="{0DE872D6-EB95-430B-92F6-A74CF9661792}" type="pres">
      <dgm:prSet presAssocID="{30834A99-0EFF-414A-9155-1CF74C724331}" presName="bgRect" presStyleLbl="bgShp" presStyleIdx="3" presStyleCnt="5"/>
      <dgm:spPr/>
    </dgm:pt>
    <dgm:pt modelId="{2F5E1FE2-5990-424C-AECB-0BEE45C53AEF}" type="pres">
      <dgm:prSet presAssocID="{30834A99-0EFF-414A-9155-1CF74C724331}"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Presentation with Pie Chart"/>
        </a:ext>
      </dgm:extLst>
    </dgm:pt>
    <dgm:pt modelId="{0DF1F1D9-AFB9-4B5E-B39A-7F831FA09C8E}" type="pres">
      <dgm:prSet presAssocID="{30834A99-0EFF-414A-9155-1CF74C724331}" presName="spaceRect" presStyleCnt="0"/>
      <dgm:spPr/>
    </dgm:pt>
    <dgm:pt modelId="{72459114-9A30-46BD-9638-869A3ED3E57C}" type="pres">
      <dgm:prSet presAssocID="{30834A99-0EFF-414A-9155-1CF74C724331}" presName="parTx" presStyleLbl="revTx" presStyleIdx="3" presStyleCnt="5">
        <dgm:presLayoutVars>
          <dgm:chMax val="0"/>
          <dgm:chPref val="0"/>
        </dgm:presLayoutVars>
      </dgm:prSet>
      <dgm:spPr/>
    </dgm:pt>
    <dgm:pt modelId="{355ED126-5005-4FEC-99DE-F6800CE7F375}" type="pres">
      <dgm:prSet presAssocID="{C1A42EA6-1358-460E-9985-2A2ED4E01B8B}" presName="sibTrans" presStyleCnt="0"/>
      <dgm:spPr/>
    </dgm:pt>
    <dgm:pt modelId="{F99517D6-4904-4F74-AD36-86E2EE95587C}" type="pres">
      <dgm:prSet presAssocID="{3D5D4BD5-41A1-466F-B4D7-EA5222B19C2B}" presName="compNode" presStyleCnt="0"/>
      <dgm:spPr/>
    </dgm:pt>
    <dgm:pt modelId="{8F95DDAC-AC0A-49A1-B0A3-B00711317A3B}" type="pres">
      <dgm:prSet presAssocID="{3D5D4BD5-41A1-466F-B4D7-EA5222B19C2B}" presName="bgRect" presStyleLbl="bgShp" presStyleIdx="4" presStyleCnt="5"/>
      <dgm:spPr/>
    </dgm:pt>
    <dgm:pt modelId="{361D261F-4C32-435E-AFF5-39DDD4E431AF}" type="pres">
      <dgm:prSet presAssocID="{3D5D4BD5-41A1-466F-B4D7-EA5222B19C2B}"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Bar chart"/>
        </a:ext>
      </dgm:extLst>
    </dgm:pt>
    <dgm:pt modelId="{E1B80C1B-E875-49A4-8B52-FFD62EDAF3A4}" type="pres">
      <dgm:prSet presAssocID="{3D5D4BD5-41A1-466F-B4D7-EA5222B19C2B}" presName="spaceRect" presStyleCnt="0"/>
      <dgm:spPr/>
    </dgm:pt>
    <dgm:pt modelId="{48B945DE-B343-43C2-995B-9FCBC050950B}" type="pres">
      <dgm:prSet presAssocID="{3D5D4BD5-41A1-466F-B4D7-EA5222B19C2B}" presName="parTx" presStyleLbl="revTx" presStyleIdx="4" presStyleCnt="5">
        <dgm:presLayoutVars>
          <dgm:chMax val="0"/>
          <dgm:chPref val="0"/>
        </dgm:presLayoutVars>
      </dgm:prSet>
      <dgm:spPr/>
    </dgm:pt>
  </dgm:ptLst>
  <dgm:cxnLst>
    <dgm:cxn modelId="{BD6F3004-40C9-44FD-84FB-30C992A39A3B}" type="presOf" srcId="{30834A99-0EFF-414A-9155-1CF74C724331}" destId="{72459114-9A30-46BD-9638-869A3ED3E57C}" srcOrd="0" destOrd="0" presId="urn:microsoft.com/office/officeart/2018/2/layout/IconVerticalSolidList"/>
    <dgm:cxn modelId="{45488C10-F6C8-4C93-AAC5-D063626722C2}" type="presOf" srcId="{3D5D4BD5-41A1-466F-B4D7-EA5222B19C2B}" destId="{48B945DE-B343-43C2-995B-9FCBC050950B}" srcOrd="0" destOrd="0" presId="urn:microsoft.com/office/officeart/2018/2/layout/IconVerticalSolidList"/>
    <dgm:cxn modelId="{EEC2AE24-CFCA-4F1C-AE15-2A62A7A36F15}" type="presOf" srcId="{B809DE01-C049-4DBC-B2EE-9DB3EB058CB5}" destId="{E39836DD-7E55-481A-8EB4-E5D211D3A74D}" srcOrd="0" destOrd="0" presId="urn:microsoft.com/office/officeart/2018/2/layout/IconVerticalSolidList"/>
    <dgm:cxn modelId="{085CFB40-5A59-4C70-BC3D-7E9933243ADD}" srcId="{5535AE28-AE7C-4A27-9148-00D9A4A4B2E2}" destId="{A61D4109-8870-48A2-9512-282A184659A3}" srcOrd="2" destOrd="0" parTransId="{32856F4E-16EA-40C1-8A75-5DECD9CD17EF}" sibTransId="{E1AECD1C-89F0-4178-AB4C-DBA1D4845E47}"/>
    <dgm:cxn modelId="{0F924052-2FC0-42E1-92AF-CA6223A34E6E}" srcId="{5535AE28-AE7C-4A27-9148-00D9A4A4B2E2}" destId="{30834A99-0EFF-414A-9155-1CF74C724331}" srcOrd="3" destOrd="0" parTransId="{2EBBA80C-EA8E-4A97-AB28-E7BEE869BB8C}" sibTransId="{C1A42EA6-1358-460E-9985-2A2ED4E01B8B}"/>
    <dgm:cxn modelId="{37D7A183-9F77-45CF-8764-0AF8D0760A99}" srcId="{5535AE28-AE7C-4A27-9148-00D9A4A4B2E2}" destId="{3D5D4BD5-41A1-466F-B4D7-EA5222B19C2B}" srcOrd="4" destOrd="0" parTransId="{740F3BA2-A17D-445A-9790-7223365A86E2}" sibTransId="{3835C571-4A1C-422E-9BFF-BCFADAA72E04}"/>
    <dgm:cxn modelId="{69989A96-2D57-4233-90CF-C9E363B26994}" type="presOf" srcId="{C074B02B-E32A-4B8B-93D1-2668BED80701}" destId="{7B89111C-EC28-4D34-8635-C9DE837293BD}" srcOrd="0" destOrd="0" presId="urn:microsoft.com/office/officeart/2018/2/layout/IconVerticalSolidList"/>
    <dgm:cxn modelId="{25C29ECA-8A18-4F4F-A1C9-69A9A6DAEC8A}" srcId="{5535AE28-AE7C-4A27-9148-00D9A4A4B2E2}" destId="{C074B02B-E32A-4B8B-93D1-2668BED80701}" srcOrd="1" destOrd="0" parTransId="{D66D869B-8634-4B45-99F0-7E85FFB51F48}" sibTransId="{A087A29C-AB9E-4AA0-A8B0-2192980C87F1}"/>
    <dgm:cxn modelId="{90E1CEE5-E9CE-43C1-9A21-1632A9B74F16}" srcId="{5535AE28-AE7C-4A27-9148-00D9A4A4B2E2}" destId="{B809DE01-C049-4DBC-B2EE-9DB3EB058CB5}" srcOrd="0" destOrd="0" parTransId="{FDF9348C-EF7C-4E3A-B20E-29040CEC64FC}" sibTransId="{91FEFB93-7147-4C4A-86EA-0E5908F806D1}"/>
    <dgm:cxn modelId="{E16D67EA-8A96-419A-B822-78F6C3E7155B}" type="presOf" srcId="{5535AE28-AE7C-4A27-9148-00D9A4A4B2E2}" destId="{D9FF7803-DABC-4D1B-BD7D-BD5E323CAEC0}" srcOrd="0" destOrd="0" presId="urn:microsoft.com/office/officeart/2018/2/layout/IconVerticalSolidList"/>
    <dgm:cxn modelId="{849F04F9-E16D-4B0A-9B22-F8192B68F208}" type="presOf" srcId="{A61D4109-8870-48A2-9512-282A184659A3}" destId="{4CB8C6DC-0A72-4CEF-8058-BE4A1185664B}" srcOrd="0" destOrd="0" presId="urn:microsoft.com/office/officeart/2018/2/layout/IconVerticalSolidList"/>
    <dgm:cxn modelId="{E6AF2833-810B-43C7-89E1-61E0BE10D851}" type="presParOf" srcId="{D9FF7803-DABC-4D1B-BD7D-BD5E323CAEC0}" destId="{00641763-87B9-4D29-8AEC-B5013C86C9F9}" srcOrd="0" destOrd="0" presId="urn:microsoft.com/office/officeart/2018/2/layout/IconVerticalSolidList"/>
    <dgm:cxn modelId="{E81F7CCE-D278-432E-BAC8-E4F82D38AE82}" type="presParOf" srcId="{00641763-87B9-4D29-8AEC-B5013C86C9F9}" destId="{76771776-D507-4188-82EF-2B64199ECFAC}" srcOrd="0" destOrd="0" presId="urn:microsoft.com/office/officeart/2018/2/layout/IconVerticalSolidList"/>
    <dgm:cxn modelId="{5AC65B83-041C-4738-A1AE-BDB939572045}" type="presParOf" srcId="{00641763-87B9-4D29-8AEC-B5013C86C9F9}" destId="{7FC5D613-F098-4F26-A2F5-F3889FF05AD0}" srcOrd="1" destOrd="0" presId="urn:microsoft.com/office/officeart/2018/2/layout/IconVerticalSolidList"/>
    <dgm:cxn modelId="{8F51FDA1-99EC-403B-AF33-04C6E2063DAF}" type="presParOf" srcId="{00641763-87B9-4D29-8AEC-B5013C86C9F9}" destId="{5714BE61-D51F-44AF-80F1-6BCB70BECF70}" srcOrd="2" destOrd="0" presId="urn:microsoft.com/office/officeart/2018/2/layout/IconVerticalSolidList"/>
    <dgm:cxn modelId="{C7875E84-09A0-4BAC-822C-65FD137385CC}" type="presParOf" srcId="{00641763-87B9-4D29-8AEC-B5013C86C9F9}" destId="{E39836DD-7E55-481A-8EB4-E5D211D3A74D}" srcOrd="3" destOrd="0" presId="urn:microsoft.com/office/officeart/2018/2/layout/IconVerticalSolidList"/>
    <dgm:cxn modelId="{68716A22-63EA-4D03-BBA3-93CDE0EF00D8}" type="presParOf" srcId="{D9FF7803-DABC-4D1B-BD7D-BD5E323CAEC0}" destId="{899AB9C7-C4C1-4A92-B09E-391DD0B0A355}" srcOrd="1" destOrd="0" presId="urn:microsoft.com/office/officeart/2018/2/layout/IconVerticalSolidList"/>
    <dgm:cxn modelId="{75F844EE-C030-4C59-A699-A641840626D6}" type="presParOf" srcId="{D9FF7803-DABC-4D1B-BD7D-BD5E323CAEC0}" destId="{CA8CF044-71FB-4B6F-BC1A-A795A41B6740}" srcOrd="2" destOrd="0" presId="urn:microsoft.com/office/officeart/2018/2/layout/IconVerticalSolidList"/>
    <dgm:cxn modelId="{E1F26B7A-DE19-4A17-9962-3D1A4D57E2EA}" type="presParOf" srcId="{CA8CF044-71FB-4B6F-BC1A-A795A41B6740}" destId="{A15BD79A-1478-424C-BF72-E1F55AFF15AE}" srcOrd="0" destOrd="0" presId="urn:microsoft.com/office/officeart/2018/2/layout/IconVerticalSolidList"/>
    <dgm:cxn modelId="{D1E4FE41-5030-410D-BC9D-495D9F24DA8E}" type="presParOf" srcId="{CA8CF044-71FB-4B6F-BC1A-A795A41B6740}" destId="{1C6D1FE7-F5B9-44F9-ABA7-EA4C28CB9080}" srcOrd="1" destOrd="0" presId="urn:microsoft.com/office/officeart/2018/2/layout/IconVerticalSolidList"/>
    <dgm:cxn modelId="{BA7CB0BD-1B4B-4F3C-8E28-B6EAC550F6A3}" type="presParOf" srcId="{CA8CF044-71FB-4B6F-BC1A-A795A41B6740}" destId="{7712B6C1-E492-49D6-9B24-10ED0CD7B1FE}" srcOrd="2" destOrd="0" presId="urn:microsoft.com/office/officeart/2018/2/layout/IconVerticalSolidList"/>
    <dgm:cxn modelId="{5130DA5D-3D03-4AC2-8996-019FDF84DE6E}" type="presParOf" srcId="{CA8CF044-71FB-4B6F-BC1A-A795A41B6740}" destId="{7B89111C-EC28-4D34-8635-C9DE837293BD}" srcOrd="3" destOrd="0" presId="urn:microsoft.com/office/officeart/2018/2/layout/IconVerticalSolidList"/>
    <dgm:cxn modelId="{6903777A-D741-4D16-BAB1-CBB80C47ED25}" type="presParOf" srcId="{D9FF7803-DABC-4D1B-BD7D-BD5E323CAEC0}" destId="{C182ACB6-5693-4A93-BEA4-E896BC5751C0}" srcOrd="3" destOrd="0" presId="urn:microsoft.com/office/officeart/2018/2/layout/IconVerticalSolidList"/>
    <dgm:cxn modelId="{2D0414EF-D66D-4707-B003-2FB3AC953EFB}" type="presParOf" srcId="{D9FF7803-DABC-4D1B-BD7D-BD5E323CAEC0}" destId="{7E389A38-925C-410B-8C30-530A5DD7AC5D}" srcOrd="4" destOrd="0" presId="urn:microsoft.com/office/officeart/2018/2/layout/IconVerticalSolidList"/>
    <dgm:cxn modelId="{D8237967-3879-40C9-9F70-93CA145D2C77}" type="presParOf" srcId="{7E389A38-925C-410B-8C30-530A5DD7AC5D}" destId="{547AA768-9576-46A9-9699-533CA91FC5EF}" srcOrd="0" destOrd="0" presId="urn:microsoft.com/office/officeart/2018/2/layout/IconVerticalSolidList"/>
    <dgm:cxn modelId="{011AB020-DC6F-4A5B-BE95-BA6198B14154}" type="presParOf" srcId="{7E389A38-925C-410B-8C30-530A5DD7AC5D}" destId="{40357779-A14E-4554-857E-35F7735153B2}" srcOrd="1" destOrd="0" presId="urn:microsoft.com/office/officeart/2018/2/layout/IconVerticalSolidList"/>
    <dgm:cxn modelId="{A307290F-DE6B-40F7-A8A7-4E90DE7AC5D4}" type="presParOf" srcId="{7E389A38-925C-410B-8C30-530A5DD7AC5D}" destId="{FCD133CE-FA14-4131-BAE4-097C6F288106}" srcOrd="2" destOrd="0" presId="urn:microsoft.com/office/officeart/2018/2/layout/IconVerticalSolidList"/>
    <dgm:cxn modelId="{CF15A3A4-BF7A-410B-9DE3-95415A0534A3}" type="presParOf" srcId="{7E389A38-925C-410B-8C30-530A5DD7AC5D}" destId="{4CB8C6DC-0A72-4CEF-8058-BE4A1185664B}" srcOrd="3" destOrd="0" presId="urn:microsoft.com/office/officeart/2018/2/layout/IconVerticalSolidList"/>
    <dgm:cxn modelId="{62EB8156-8B3C-451C-AEA0-8C3A513B4ED6}" type="presParOf" srcId="{D9FF7803-DABC-4D1B-BD7D-BD5E323CAEC0}" destId="{A5EDFF01-8658-46E0-B177-ACD438591620}" srcOrd="5" destOrd="0" presId="urn:microsoft.com/office/officeart/2018/2/layout/IconVerticalSolidList"/>
    <dgm:cxn modelId="{34D78C1C-E854-4CF5-8D4C-CB1AD8E0A46F}" type="presParOf" srcId="{D9FF7803-DABC-4D1B-BD7D-BD5E323CAEC0}" destId="{6A7BD60C-5188-4362-84D9-6D79A629EF07}" srcOrd="6" destOrd="0" presId="urn:microsoft.com/office/officeart/2018/2/layout/IconVerticalSolidList"/>
    <dgm:cxn modelId="{F2D018CD-B337-49FF-B2B7-F618C04CB24D}" type="presParOf" srcId="{6A7BD60C-5188-4362-84D9-6D79A629EF07}" destId="{0DE872D6-EB95-430B-92F6-A74CF9661792}" srcOrd="0" destOrd="0" presId="urn:microsoft.com/office/officeart/2018/2/layout/IconVerticalSolidList"/>
    <dgm:cxn modelId="{7BA73363-1C91-4F0E-BB5B-A585CBE94A57}" type="presParOf" srcId="{6A7BD60C-5188-4362-84D9-6D79A629EF07}" destId="{2F5E1FE2-5990-424C-AECB-0BEE45C53AEF}" srcOrd="1" destOrd="0" presId="urn:microsoft.com/office/officeart/2018/2/layout/IconVerticalSolidList"/>
    <dgm:cxn modelId="{8BCCE5BE-6A33-4949-8519-9D45D88E60D6}" type="presParOf" srcId="{6A7BD60C-5188-4362-84D9-6D79A629EF07}" destId="{0DF1F1D9-AFB9-4B5E-B39A-7F831FA09C8E}" srcOrd="2" destOrd="0" presId="urn:microsoft.com/office/officeart/2018/2/layout/IconVerticalSolidList"/>
    <dgm:cxn modelId="{A6664B01-8A3E-459C-A5F3-9DD68A4AA098}" type="presParOf" srcId="{6A7BD60C-5188-4362-84D9-6D79A629EF07}" destId="{72459114-9A30-46BD-9638-869A3ED3E57C}" srcOrd="3" destOrd="0" presId="urn:microsoft.com/office/officeart/2018/2/layout/IconVerticalSolidList"/>
    <dgm:cxn modelId="{349A5CE8-4B3B-456F-BC9C-0303BCC9A0A8}" type="presParOf" srcId="{D9FF7803-DABC-4D1B-BD7D-BD5E323CAEC0}" destId="{355ED126-5005-4FEC-99DE-F6800CE7F375}" srcOrd="7" destOrd="0" presId="urn:microsoft.com/office/officeart/2018/2/layout/IconVerticalSolidList"/>
    <dgm:cxn modelId="{9411BD4B-1457-46EC-8352-AC57404E46DF}" type="presParOf" srcId="{D9FF7803-DABC-4D1B-BD7D-BD5E323CAEC0}" destId="{F99517D6-4904-4F74-AD36-86E2EE95587C}" srcOrd="8" destOrd="0" presId="urn:microsoft.com/office/officeart/2018/2/layout/IconVerticalSolidList"/>
    <dgm:cxn modelId="{F385AE12-1761-4DD0-AA1F-1F0CFDEE5AA9}" type="presParOf" srcId="{F99517D6-4904-4F74-AD36-86E2EE95587C}" destId="{8F95DDAC-AC0A-49A1-B0A3-B00711317A3B}" srcOrd="0" destOrd="0" presId="urn:microsoft.com/office/officeart/2018/2/layout/IconVerticalSolidList"/>
    <dgm:cxn modelId="{301F5577-8C08-4D44-9471-ED505E9F7268}" type="presParOf" srcId="{F99517D6-4904-4F74-AD36-86E2EE95587C}" destId="{361D261F-4C32-435E-AFF5-39DDD4E431AF}" srcOrd="1" destOrd="0" presId="urn:microsoft.com/office/officeart/2018/2/layout/IconVerticalSolidList"/>
    <dgm:cxn modelId="{23A02710-5492-42E6-A76C-88554AB07096}" type="presParOf" srcId="{F99517D6-4904-4F74-AD36-86E2EE95587C}" destId="{E1B80C1B-E875-49A4-8B52-FFD62EDAF3A4}" srcOrd="2" destOrd="0" presId="urn:microsoft.com/office/officeart/2018/2/layout/IconVerticalSolidList"/>
    <dgm:cxn modelId="{6499B1BB-E2D2-4341-BC09-0DF3F6BBE36E}" type="presParOf" srcId="{F99517D6-4904-4F74-AD36-86E2EE95587C}" destId="{48B945DE-B343-43C2-995B-9FCBC050950B}"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C62BA22-386B-41BE-9A5E-FA67D8B017AF}"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651CF690-A580-4B36-B3DE-943257B145BC}">
      <dgm:prSet/>
      <dgm:spPr/>
      <dgm:t>
        <a:bodyPr/>
        <a:lstStyle/>
        <a:p>
          <a:r>
            <a:rPr lang="en-US"/>
            <a:t>The dataset tracks the availability and timeliness of data reported by countries under the SDDS framework.</a:t>
          </a:r>
        </a:p>
      </dgm:t>
    </dgm:pt>
    <dgm:pt modelId="{6B300890-568D-45F0-AE40-741BF79FFB80}" type="parTrans" cxnId="{B4FEDD59-738D-405A-9A3C-502BEE9F827F}">
      <dgm:prSet/>
      <dgm:spPr/>
      <dgm:t>
        <a:bodyPr/>
        <a:lstStyle/>
        <a:p>
          <a:endParaRPr lang="en-US"/>
        </a:p>
      </dgm:t>
    </dgm:pt>
    <dgm:pt modelId="{52C78140-4EE4-4C71-9716-CFF158D3B980}" type="sibTrans" cxnId="{B4FEDD59-738D-405A-9A3C-502BEE9F827F}">
      <dgm:prSet/>
      <dgm:spPr/>
      <dgm:t>
        <a:bodyPr/>
        <a:lstStyle/>
        <a:p>
          <a:endParaRPr lang="en-US"/>
        </a:p>
      </dgm:t>
    </dgm:pt>
    <dgm:pt modelId="{BBE39923-7E17-40D4-8C90-27385E89A00A}">
      <dgm:prSet/>
      <dgm:spPr/>
      <dgm:t>
        <a:bodyPr/>
        <a:lstStyle/>
        <a:p>
          <a:r>
            <a:rPr lang="en-US"/>
            <a:t>The SDDS is an initiative aimed at enhancing the availability of timely and comprehensive economic data for countries around the world.</a:t>
          </a:r>
        </a:p>
      </dgm:t>
    </dgm:pt>
    <dgm:pt modelId="{804F5BB7-8417-4D06-8597-BD6EA2738E38}" type="parTrans" cxnId="{F178A31F-0D78-43AA-A566-FDF230049500}">
      <dgm:prSet/>
      <dgm:spPr/>
      <dgm:t>
        <a:bodyPr/>
        <a:lstStyle/>
        <a:p>
          <a:endParaRPr lang="en-US"/>
        </a:p>
      </dgm:t>
    </dgm:pt>
    <dgm:pt modelId="{8E456694-4D4B-4E60-AD54-33B511CC4282}" type="sibTrans" cxnId="{F178A31F-0D78-43AA-A566-FDF230049500}">
      <dgm:prSet/>
      <dgm:spPr/>
      <dgm:t>
        <a:bodyPr/>
        <a:lstStyle/>
        <a:p>
          <a:endParaRPr lang="en-US"/>
        </a:p>
      </dgm:t>
    </dgm:pt>
    <dgm:pt modelId="{5F95B319-F04D-4E8B-878F-1960BF7BDD9F}">
      <dgm:prSet/>
      <dgm:spPr/>
      <dgm:t>
        <a:bodyPr/>
        <a:lstStyle/>
        <a:p>
          <a:r>
            <a:rPr lang="en-US"/>
            <a:t>The dataset measures how often and how promptly these countries report their data to the IMF</a:t>
          </a:r>
        </a:p>
      </dgm:t>
    </dgm:pt>
    <dgm:pt modelId="{73F82BF6-06CD-4ED2-95D1-0D392BF97F36}" type="parTrans" cxnId="{09523CE6-5F62-4C19-B50A-1451ABBD78A9}">
      <dgm:prSet/>
      <dgm:spPr/>
      <dgm:t>
        <a:bodyPr/>
        <a:lstStyle/>
        <a:p>
          <a:endParaRPr lang="en-US"/>
        </a:p>
      </dgm:t>
    </dgm:pt>
    <dgm:pt modelId="{0523D53B-441C-46FF-9E5E-FD9811331C4C}" type="sibTrans" cxnId="{09523CE6-5F62-4C19-B50A-1451ABBD78A9}">
      <dgm:prSet/>
      <dgm:spPr/>
      <dgm:t>
        <a:bodyPr/>
        <a:lstStyle/>
        <a:p>
          <a:endParaRPr lang="en-US"/>
        </a:p>
      </dgm:t>
    </dgm:pt>
    <dgm:pt modelId="{0C3E0353-4019-4125-883C-5A980257DF47}">
      <dgm:prSet/>
      <dgm:spPr/>
      <dgm:t>
        <a:bodyPr/>
        <a:lstStyle/>
        <a:p>
          <a:r>
            <a:rPr lang="en-US"/>
            <a:t>Links: https://datacatalog.worldbank.org/search/dataset/0037740/Quarterly-External-Debt-Statistics-SDDS</a:t>
          </a:r>
        </a:p>
      </dgm:t>
    </dgm:pt>
    <dgm:pt modelId="{FE115FFA-B45B-4C4B-9968-3C41FE4B5C7C}" type="parTrans" cxnId="{84C27409-9C02-444E-A63B-DB8EEDE015C6}">
      <dgm:prSet/>
      <dgm:spPr/>
      <dgm:t>
        <a:bodyPr/>
        <a:lstStyle/>
        <a:p>
          <a:endParaRPr lang="en-US"/>
        </a:p>
      </dgm:t>
    </dgm:pt>
    <dgm:pt modelId="{E8D3F9A8-EFF9-42F9-844C-D99D55B9C3E0}" type="sibTrans" cxnId="{84C27409-9C02-444E-A63B-DB8EEDE015C6}">
      <dgm:prSet/>
      <dgm:spPr/>
      <dgm:t>
        <a:bodyPr/>
        <a:lstStyle/>
        <a:p>
          <a:endParaRPr lang="en-US"/>
        </a:p>
      </dgm:t>
    </dgm:pt>
    <dgm:pt modelId="{23BE3EC7-4AED-4487-A6E4-75C076159D7E}" type="pres">
      <dgm:prSet presAssocID="{CC62BA22-386B-41BE-9A5E-FA67D8B017AF}" presName="linear" presStyleCnt="0">
        <dgm:presLayoutVars>
          <dgm:animLvl val="lvl"/>
          <dgm:resizeHandles val="exact"/>
        </dgm:presLayoutVars>
      </dgm:prSet>
      <dgm:spPr/>
    </dgm:pt>
    <dgm:pt modelId="{30773307-45B8-40DC-ADA3-C03256E033ED}" type="pres">
      <dgm:prSet presAssocID="{651CF690-A580-4B36-B3DE-943257B145BC}" presName="parentText" presStyleLbl="node1" presStyleIdx="0" presStyleCnt="4">
        <dgm:presLayoutVars>
          <dgm:chMax val="0"/>
          <dgm:bulletEnabled val="1"/>
        </dgm:presLayoutVars>
      </dgm:prSet>
      <dgm:spPr/>
    </dgm:pt>
    <dgm:pt modelId="{E28201E6-E202-4EAB-803C-B7B845AD177B}" type="pres">
      <dgm:prSet presAssocID="{52C78140-4EE4-4C71-9716-CFF158D3B980}" presName="spacer" presStyleCnt="0"/>
      <dgm:spPr/>
    </dgm:pt>
    <dgm:pt modelId="{99424BFD-BE88-4887-9966-9446DAF016CE}" type="pres">
      <dgm:prSet presAssocID="{BBE39923-7E17-40D4-8C90-27385E89A00A}" presName="parentText" presStyleLbl="node1" presStyleIdx="1" presStyleCnt="4">
        <dgm:presLayoutVars>
          <dgm:chMax val="0"/>
          <dgm:bulletEnabled val="1"/>
        </dgm:presLayoutVars>
      </dgm:prSet>
      <dgm:spPr/>
    </dgm:pt>
    <dgm:pt modelId="{CE1B7EEB-800C-4CB1-8C27-23A91B801A86}" type="pres">
      <dgm:prSet presAssocID="{8E456694-4D4B-4E60-AD54-33B511CC4282}" presName="spacer" presStyleCnt="0"/>
      <dgm:spPr/>
    </dgm:pt>
    <dgm:pt modelId="{E1418295-9B3D-4FE2-9300-AD85D1079B0F}" type="pres">
      <dgm:prSet presAssocID="{5F95B319-F04D-4E8B-878F-1960BF7BDD9F}" presName="parentText" presStyleLbl="node1" presStyleIdx="2" presStyleCnt="4">
        <dgm:presLayoutVars>
          <dgm:chMax val="0"/>
          <dgm:bulletEnabled val="1"/>
        </dgm:presLayoutVars>
      </dgm:prSet>
      <dgm:spPr/>
    </dgm:pt>
    <dgm:pt modelId="{F6B9CCC4-0231-4A8C-B7B6-0209B5B792BD}" type="pres">
      <dgm:prSet presAssocID="{0523D53B-441C-46FF-9E5E-FD9811331C4C}" presName="spacer" presStyleCnt="0"/>
      <dgm:spPr/>
    </dgm:pt>
    <dgm:pt modelId="{770FAA2C-8752-4186-B74C-C5F8EA520D66}" type="pres">
      <dgm:prSet presAssocID="{0C3E0353-4019-4125-883C-5A980257DF47}" presName="parentText" presStyleLbl="node1" presStyleIdx="3" presStyleCnt="4">
        <dgm:presLayoutVars>
          <dgm:chMax val="0"/>
          <dgm:bulletEnabled val="1"/>
        </dgm:presLayoutVars>
      </dgm:prSet>
      <dgm:spPr/>
    </dgm:pt>
  </dgm:ptLst>
  <dgm:cxnLst>
    <dgm:cxn modelId="{84C27409-9C02-444E-A63B-DB8EEDE015C6}" srcId="{CC62BA22-386B-41BE-9A5E-FA67D8B017AF}" destId="{0C3E0353-4019-4125-883C-5A980257DF47}" srcOrd="3" destOrd="0" parTransId="{FE115FFA-B45B-4C4B-9968-3C41FE4B5C7C}" sibTransId="{E8D3F9A8-EFF9-42F9-844C-D99D55B9C3E0}"/>
    <dgm:cxn modelId="{F178A31F-0D78-43AA-A566-FDF230049500}" srcId="{CC62BA22-386B-41BE-9A5E-FA67D8B017AF}" destId="{BBE39923-7E17-40D4-8C90-27385E89A00A}" srcOrd="1" destOrd="0" parTransId="{804F5BB7-8417-4D06-8597-BD6EA2738E38}" sibTransId="{8E456694-4D4B-4E60-AD54-33B511CC4282}"/>
    <dgm:cxn modelId="{6450B721-4631-47D1-9A5A-597A60932461}" type="presOf" srcId="{651CF690-A580-4B36-B3DE-943257B145BC}" destId="{30773307-45B8-40DC-ADA3-C03256E033ED}" srcOrd="0" destOrd="0" presId="urn:microsoft.com/office/officeart/2005/8/layout/vList2"/>
    <dgm:cxn modelId="{B4FEDD59-738D-405A-9A3C-502BEE9F827F}" srcId="{CC62BA22-386B-41BE-9A5E-FA67D8B017AF}" destId="{651CF690-A580-4B36-B3DE-943257B145BC}" srcOrd="0" destOrd="0" parTransId="{6B300890-568D-45F0-AE40-741BF79FFB80}" sibTransId="{52C78140-4EE4-4C71-9716-CFF158D3B980}"/>
    <dgm:cxn modelId="{61E1657F-2CAB-4021-A009-87BFB898CF1D}" type="presOf" srcId="{CC62BA22-386B-41BE-9A5E-FA67D8B017AF}" destId="{23BE3EC7-4AED-4487-A6E4-75C076159D7E}" srcOrd="0" destOrd="0" presId="urn:microsoft.com/office/officeart/2005/8/layout/vList2"/>
    <dgm:cxn modelId="{5E1957AD-5F33-4EA3-8626-C92238C0E74E}" type="presOf" srcId="{BBE39923-7E17-40D4-8C90-27385E89A00A}" destId="{99424BFD-BE88-4887-9966-9446DAF016CE}" srcOrd="0" destOrd="0" presId="urn:microsoft.com/office/officeart/2005/8/layout/vList2"/>
    <dgm:cxn modelId="{152A70BE-191A-43D8-87BC-74F583D2ACD9}" type="presOf" srcId="{0C3E0353-4019-4125-883C-5A980257DF47}" destId="{770FAA2C-8752-4186-B74C-C5F8EA520D66}" srcOrd="0" destOrd="0" presId="urn:microsoft.com/office/officeart/2005/8/layout/vList2"/>
    <dgm:cxn modelId="{30A5E0E1-B8DC-4F86-B24F-74067CF65651}" type="presOf" srcId="{5F95B319-F04D-4E8B-878F-1960BF7BDD9F}" destId="{E1418295-9B3D-4FE2-9300-AD85D1079B0F}" srcOrd="0" destOrd="0" presId="urn:microsoft.com/office/officeart/2005/8/layout/vList2"/>
    <dgm:cxn modelId="{09523CE6-5F62-4C19-B50A-1451ABBD78A9}" srcId="{CC62BA22-386B-41BE-9A5E-FA67D8B017AF}" destId="{5F95B319-F04D-4E8B-878F-1960BF7BDD9F}" srcOrd="2" destOrd="0" parTransId="{73F82BF6-06CD-4ED2-95D1-0D392BF97F36}" sibTransId="{0523D53B-441C-46FF-9E5E-FD9811331C4C}"/>
    <dgm:cxn modelId="{520FBA8A-993A-420C-85C0-447FCB74AB43}" type="presParOf" srcId="{23BE3EC7-4AED-4487-A6E4-75C076159D7E}" destId="{30773307-45B8-40DC-ADA3-C03256E033ED}" srcOrd="0" destOrd="0" presId="urn:microsoft.com/office/officeart/2005/8/layout/vList2"/>
    <dgm:cxn modelId="{7086581E-7371-4941-AF30-B1F79EA7156D}" type="presParOf" srcId="{23BE3EC7-4AED-4487-A6E4-75C076159D7E}" destId="{E28201E6-E202-4EAB-803C-B7B845AD177B}" srcOrd="1" destOrd="0" presId="urn:microsoft.com/office/officeart/2005/8/layout/vList2"/>
    <dgm:cxn modelId="{78CB5822-F450-4A60-9311-4AD19DFE7D32}" type="presParOf" srcId="{23BE3EC7-4AED-4487-A6E4-75C076159D7E}" destId="{99424BFD-BE88-4887-9966-9446DAF016CE}" srcOrd="2" destOrd="0" presId="urn:microsoft.com/office/officeart/2005/8/layout/vList2"/>
    <dgm:cxn modelId="{231AA27F-5859-4EB9-9C4F-E8AA51D9DB54}" type="presParOf" srcId="{23BE3EC7-4AED-4487-A6E4-75C076159D7E}" destId="{CE1B7EEB-800C-4CB1-8C27-23A91B801A86}" srcOrd="3" destOrd="0" presId="urn:microsoft.com/office/officeart/2005/8/layout/vList2"/>
    <dgm:cxn modelId="{DB923928-6FE6-44E0-A740-F125582B4CD0}" type="presParOf" srcId="{23BE3EC7-4AED-4487-A6E4-75C076159D7E}" destId="{E1418295-9B3D-4FE2-9300-AD85D1079B0F}" srcOrd="4" destOrd="0" presId="urn:microsoft.com/office/officeart/2005/8/layout/vList2"/>
    <dgm:cxn modelId="{8AD11ED1-BB51-4B82-B056-EE155E0FF73E}" type="presParOf" srcId="{23BE3EC7-4AED-4487-A6E4-75C076159D7E}" destId="{F6B9CCC4-0231-4A8C-B7B6-0209B5B792BD}" srcOrd="5" destOrd="0" presId="urn:microsoft.com/office/officeart/2005/8/layout/vList2"/>
    <dgm:cxn modelId="{2E7F2D9A-C76F-401A-9874-30F1878428CA}" type="presParOf" srcId="{23BE3EC7-4AED-4487-A6E4-75C076159D7E}" destId="{770FAA2C-8752-4186-B74C-C5F8EA520D66}" srcOrd="6"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B4470C5E-DC7A-4695-89A1-A8170DE2B6ED}"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52CE5655-7345-4EC8-A250-6265EB014258}">
      <dgm:prSet/>
      <dgm:spPr/>
      <dgm:t>
        <a:bodyPr/>
        <a:lstStyle/>
        <a:p>
          <a:r>
            <a:rPr lang="en-US" b="1"/>
            <a:t>Contents (Columns):</a:t>
          </a:r>
          <a:endParaRPr lang="en-US"/>
        </a:p>
      </dgm:t>
    </dgm:pt>
    <dgm:pt modelId="{AA47B7B3-905A-404D-B520-08BD20BA01D7}" type="parTrans" cxnId="{32273F30-DB54-4F50-80AD-0850EC95FCAD}">
      <dgm:prSet/>
      <dgm:spPr/>
      <dgm:t>
        <a:bodyPr/>
        <a:lstStyle/>
        <a:p>
          <a:endParaRPr lang="en-US"/>
        </a:p>
      </dgm:t>
    </dgm:pt>
    <dgm:pt modelId="{148D7EB5-F81D-4B09-824C-877A181E4E8B}" type="sibTrans" cxnId="{32273F30-DB54-4F50-80AD-0850EC95FCAD}">
      <dgm:prSet/>
      <dgm:spPr/>
      <dgm:t>
        <a:bodyPr/>
        <a:lstStyle/>
        <a:p>
          <a:endParaRPr lang="en-US"/>
        </a:p>
      </dgm:t>
    </dgm:pt>
    <dgm:pt modelId="{9026D1D1-C946-4FA3-9082-AD7EB2695C0D}">
      <dgm:prSet/>
      <dgm:spPr/>
      <dgm:t>
        <a:bodyPr/>
        <a:lstStyle/>
        <a:p>
          <a:r>
            <a:rPr lang="en-US" b="1"/>
            <a:t>Index</a:t>
          </a:r>
          <a:r>
            <a:rPr lang="en-US"/>
            <a:t>: Numerical identifier for each entry.</a:t>
          </a:r>
        </a:p>
      </dgm:t>
    </dgm:pt>
    <dgm:pt modelId="{78F5C75C-A2F6-4691-B632-94853F27937A}" type="parTrans" cxnId="{B1CB6DD2-05B8-4F12-BD7B-E0BC727358C7}">
      <dgm:prSet/>
      <dgm:spPr/>
      <dgm:t>
        <a:bodyPr/>
        <a:lstStyle/>
        <a:p>
          <a:endParaRPr lang="en-US"/>
        </a:p>
      </dgm:t>
    </dgm:pt>
    <dgm:pt modelId="{C171C9B4-DDD9-4B4B-B81B-E10411EDEFB3}" type="sibTrans" cxnId="{B1CB6DD2-05B8-4F12-BD7B-E0BC727358C7}">
      <dgm:prSet/>
      <dgm:spPr/>
      <dgm:t>
        <a:bodyPr/>
        <a:lstStyle/>
        <a:p>
          <a:endParaRPr lang="en-US"/>
        </a:p>
      </dgm:t>
    </dgm:pt>
    <dgm:pt modelId="{5FAD6EB7-B5B8-4978-BA40-B3A3F849BF19}">
      <dgm:prSet/>
      <dgm:spPr/>
      <dgm:t>
        <a:bodyPr/>
        <a:lstStyle/>
        <a:p>
          <a:r>
            <a:rPr lang="en-US" b="1"/>
            <a:t>Country</a:t>
          </a:r>
          <a:r>
            <a:rPr lang="en-US"/>
            <a:t>: The name of the country that the data pertains to.</a:t>
          </a:r>
        </a:p>
      </dgm:t>
    </dgm:pt>
    <dgm:pt modelId="{4DB974AD-CBE8-4CE7-A8D8-5440090F43B1}" type="parTrans" cxnId="{B896756E-193C-479E-878C-852BA4DE3D49}">
      <dgm:prSet/>
      <dgm:spPr/>
      <dgm:t>
        <a:bodyPr/>
        <a:lstStyle/>
        <a:p>
          <a:endParaRPr lang="en-US"/>
        </a:p>
      </dgm:t>
    </dgm:pt>
    <dgm:pt modelId="{856B2C8C-B9AA-489D-BCEA-F4B6BF159CBC}" type="sibTrans" cxnId="{B896756E-193C-479E-878C-852BA4DE3D49}">
      <dgm:prSet/>
      <dgm:spPr/>
      <dgm:t>
        <a:bodyPr/>
        <a:lstStyle/>
        <a:p>
          <a:endParaRPr lang="en-US"/>
        </a:p>
      </dgm:t>
    </dgm:pt>
    <dgm:pt modelId="{53E9D1F3-34C7-4770-AE32-842737A109FC}">
      <dgm:prSet/>
      <dgm:spPr/>
      <dgm:t>
        <a:bodyPr/>
        <a:lstStyle/>
        <a:p>
          <a:r>
            <a:rPr lang="en-US" b="1"/>
            <a:t>1st_QTR</a:t>
          </a:r>
          <a:r>
            <a:rPr lang="en-US"/>
            <a:t>: The starting quarter of the period for which the data is available </a:t>
          </a:r>
          <a:r>
            <a:rPr lang="en-US" b="1"/>
            <a:t>Last_QTR</a:t>
          </a:r>
          <a:r>
            <a:rPr lang="en-US"/>
            <a:t>: The ending quarter of the period for which the data is available.</a:t>
          </a:r>
        </a:p>
      </dgm:t>
    </dgm:pt>
    <dgm:pt modelId="{3C752463-69AC-41E0-830C-E94CBB55636B}" type="parTrans" cxnId="{4D3402B5-1A1B-4883-939D-4F906389C428}">
      <dgm:prSet/>
      <dgm:spPr/>
      <dgm:t>
        <a:bodyPr/>
        <a:lstStyle/>
        <a:p>
          <a:endParaRPr lang="en-US"/>
        </a:p>
      </dgm:t>
    </dgm:pt>
    <dgm:pt modelId="{DB69CBB5-B571-4070-83A3-4EA3ECFE13C1}" type="sibTrans" cxnId="{4D3402B5-1A1B-4883-939D-4F906389C428}">
      <dgm:prSet/>
      <dgm:spPr/>
      <dgm:t>
        <a:bodyPr/>
        <a:lstStyle/>
        <a:p>
          <a:endParaRPr lang="en-US"/>
        </a:p>
      </dgm:t>
    </dgm:pt>
    <dgm:pt modelId="{E7DADAE6-A98A-4615-91F5-8B22FECC725D}">
      <dgm:prSet/>
      <dgm:spPr/>
      <dgm:t>
        <a:bodyPr/>
        <a:lstStyle/>
        <a:p>
          <a:r>
            <a:rPr lang="en-US" b="1"/>
            <a:t>First_QTR_Reported</a:t>
          </a:r>
          <a:r>
            <a:rPr lang="en-US"/>
            <a:t>: The actual first quarter in which the data was reported to the IMF.</a:t>
          </a:r>
        </a:p>
      </dgm:t>
    </dgm:pt>
    <dgm:pt modelId="{956D8F96-6A0D-4A78-8E23-7A77CCA6873C}" type="parTrans" cxnId="{54D98654-018A-494E-9082-23D7EC6D74FF}">
      <dgm:prSet/>
      <dgm:spPr/>
      <dgm:t>
        <a:bodyPr/>
        <a:lstStyle/>
        <a:p>
          <a:endParaRPr lang="en-US"/>
        </a:p>
      </dgm:t>
    </dgm:pt>
    <dgm:pt modelId="{6E5712B4-9669-466E-BF03-DAF2D9A77571}" type="sibTrans" cxnId="{54D98654-018A-494E-9082-23D7EC6D74FF}">
      <dgm:prSet/>
      <dgm:spPr/>
      <dgm:t>
        <a:bodyPr/>
        <a:lstStyle/>
        <a:p>
          <a:endParaRPr lang="en-US"/>
        </a:p>
      </dgm:t>
    </dgm:pt>
    <dgm:pt modelId="{5263D9EF-7AC2-4544-B097-AC8CE86363CA}">
      <dgm:prSet/>
      <dgm:spPr/>
      <dgm:t>
        <a:bodyPr/>
        <a:lstStyle/>
        <a:p>
          <a:r>
            <a:rPr lang="en-US" b="1"/>
            <a:t>Last_QTR_Reported</a:t>
          </a:r>
          <a:r>
            <a:rPr lang="en-US"/>
            <a:t>: The actual last quarter in which the data was reported.</a:t>
          </a:r>
        </a:p>
      </dgm:t>
    </dgm:pt>
    <dgm:pt modelId="{D21A4F25-BC97-43BE-9DB7-E8AA94632749}" type="parTrans" cxnId="{72A93852-7F82-4715-9E45-2694CF5C2378}">
      <dgm:prSet/>
      <dgm:spPr/>
      <dgm:t>
        <a:bodyPr/>
        <a:lstStyle/>
        <a:p>
          <a:endParaRPr lang="en-US"/>
        </a:p>
      </dgm:t>
    </dgm:pt>
    <dgm:pt modelId="{6B091E6F-4C36-40BD-AEA3-B517A5899234}" type="sibTrans" cxnId="{72A93852-7F82-4715-9E45-2694CF5C2378}">
      <dgm:prSet/>
      <dgm:spPr/>
      <dgm:t>
        <a:bodyPr/>
        <a:lstStyle/>
        <a:p>
          <a:endParaRPr lang="en-US"/>
        </a:p>
      </dgm:t>
    </dgm:pt>
    <dgm:pt modelId="{7339962C-3DF6-4752-9BCF-9D9F7A1A6F5E}">
      <dgm:prSet/>
      <dgm:spPr/>
      <dgm:t>
        <a:bodyPr/>
        <a:lstStyle/>
        <a:p>
          <a:r>
            <a:rPr lang="en-US" b="1"/>
            <a:t>T1, T2, T3, T4, ...</a:t>
          </a:r>
          <a:r>
            <a:rPr lang="en-US"/>
            <a:t>: Columns representing different tables of data that countries report under the SDDS. A value of x means that data was reported for that specific table during the quarter, while NaN means it was not.</a:t>
          </a:r>
        </a:p>
      </dgm:t>
    </dgm:pt>
    <dgm:pt modelId="{DAD39149-CECD-4B6E-B632-D963B9B53A71}" type="parTrans" cxnId="{5415BDB6-E050-4C1B-950C-7B8D648AF072}">
      <dgm:prSet/>
      <dgm:spPr/>
      <dgm:t>
        <a:bodyPr/>
        <a:lstStyle/>
        <a:p>
          <a:endParaRPr lang="en-US"/>
        </a:p>
      </dgm:t>
    </dgm:pt>
    <dgm:pt modelId="{FC2679BC-DAEB-4CBC-A5A3-071ED297C91B}" type="sibTrans" cxnId="{5415BDB6-E050-4C1B-950C-7B8D648AF072}">
      <dgm:prSet/>
      <dgm:spPr/>
      <dgm:t>
        <a:bodyPr/>
        <a:lstStyle/>
        <a:p>
          <a:endParaRPr lang="en-US"/>
        </a:p>
      </dgm:t>
    </dgm:pt>
    <dgm:pt modelId="{CCB28CF3-A9CC-449D-81E0-FF3FBE90CB9F}" type="pres">
      <dgm:prSet presAssocID="{B4470C5E-DC7A-4695-89A1-A8170DE2B6ED}" presName="linear" presStyleCnt="0">
        <dgm:presLayoutVars>
          <dgm:animLvl val="lvl"/>
          <dgm:resizeHandles val="exact"/>
        </dgm:presLayoutVars>
      </dgm:prSet>
      <dgm:spPr/>
    </dgm:pt>
    <dgm:pt modelId="{D2503862-9AF9-4551-982A-3B17447AC735}" type="pres">
      <dgm:prSet presAssocID="{52CE5655-7345-4EC8-A250-6265EB014258}" presName="parentText" presStyleLbl="node1" presStyleIdx="0" presStyleCnt="1">
        <dgm:presLayoutVars>
          <dgm:chMax val="0"/>
          <dgm:bulletEnabled val="1"/>
        </dgm:presLayoutVars>
      </dgm:prSet>
      <dgm:spPr/>
    </dgm:pt>
    <dgm:pt modelId="{EF6A658B-40AB-496B-AB3C-01B3279597CA}" type="pres">
      <dgm:prSet presAssocID="{52CE5655-7345-4EC8-A250-6265EB014258}" presName="childText" presStyleLbl="revTx" presStyleIdx="0" presStyleCnt="1">
        <dgm:presLayoutVars>
          <dgm:bulletEnabled val="1"/>
        </dgm:presLayoutVars>
      </dgm:prSet>
      <dgm:spPr/>
    </dgm:pt>
  </dgm:ptLst>
  <dgm:cxnLst>
    <dgm:cxn modelId="{43342304-306F-49A3-84DE-0442DAF7FFDE}" type="presOf" srcId="{53E9D1F3-34C7-4770-AE32-842737A109FC}" destId="{EF6A658B-40AB-496B-AB3C-01B3279597CA}" srcOrd="0" destOrd="2" presId="urn:microsoft.com/office/officeart/2005/8/layout/vList2"/>
    <dgm:cxn modelId="{FC531316-81BF-4D19-B0CA-94387621FF50}" type="presOf" srcId="{B4470C5E-DC7A-4695-89A1-A8170DE2B6ED}" destId="{CCB28CF3-A9CC-449D-81E0-FF3FBE90CB9F}" srcOrd="0" destOrd="0" presId="urn:microsoft.com/office/officeart/2005/8/layout/vList2"/>
    <dgm:cxn modelId="{29E8B922-3C2A-47AD-8F61-8C635E945057}" type="presOf" srcId="{9026D1D1-C946-4FA3-9082-AD7EB2695C0D}" destId="{EF6A658B-40AB-496B-AB3C-01B3279597CA}" srcOrd="0" destOrd="0" presId="urn:microsoft.com/office/officeart/2005/8/layout/vList2"/>
    <dgm:cxn modelId="{32273F30-DB54-4F50-80AD-0850EC95FCAD}" srcId="{B4470C5E-DC7A-4695-89A1-A8170DE2B6ED}" destId="{52CE5655-7345-4EC8-A250-6265EB014258}" srcOrd="0" destOrd="0" parTransId="{AA47B7B3-905A-404D-B520-08BD20BA01D7}" sibTransId="{148D7EB5-F81D-4B09-824C-877A181E4E8B}"/>
    <dgm:cxn modelId="{1FCBE442-3380-436B-96F2-4AE9E27E1BD9}" type="presOf" srcId="{5FAD6EB7-B5B8-4978-BA40-B3A3F849BF19}" destId="{EF6A658B-40AB-496B-AB3C-01B3279597CA}" srcOrd="0" destOrd="1" presId="urn:microsoft.com/office/officeart/2005/8/layout/vList2"/>
    <dgm:cxn modelId="{B896756E-193C-479E-878C-852BA4DE3D49}" srcId="{52CE5655-7345-4EC8-A250-6265EB014258}" destId="{5FAD6EB7-B5B8-4978-BA40-B3A3F849BF19}" srcOrd="1" destOrd="0" parTransId="{4DB974AD-CBE8-4CE7-A8D8-5440090F43B1}" sibTransId="{856B2C8C-B9AA-489D-BCEA-F4B6BF159CBC}"/>
    <dgm:cxn modelId="{72A93852-7F82-4715-9E45-2694CF5C2378}" srcId="{52CE5655-7345-4EC8-A250-6265EB014258}" destId="{5263D9EF-7AC2-4544-B097-AC8CE86363CA}" srcOrd="4" destOrd="0" parTransId="{D21A4F25-BC97-43BE-9DB7-E8AA94632749}" sibTransId="{6B091E6F-4C36-40BD-AEA3-B517A5899234}"/>
    <dgm:cxn modelId="{54D98654-018A-494E-9082-23D7EC6D74FF}" srcId="{52CE5655-7345-4EC8-A250-6265EB014258}" destId="{E7DADAE6-A98A-4615-91F5-8B22FECC725D}" srcOrd="3" destOrd="0" parTransId="{956D8F96-6A0D-4A78-8E23-7A77CCA6873C}" sibTransId="{6E5712B4-9669-466E-BF03-DAF2D9A77571}"/>
    <dgm:cxn modelId="{D288FEAD-D2DE-4002-9E05-F07CBFBBF38F}" type="presOf" srcId="{52CE5655-7345-4EC8-A250-6265EB014258}" destId="{D2503862-9AF9-4551-982A-3B17447AC735}" srcOrd="0" destOrd="0" presId="urn:microsoft.com/office/officeart/2005/8/layout/vList2"/>
    <dgm:cxn modelId="{4D3402B5-1A1B-4883-939D-4F906389C428}" srcId="{52CE5655-7345-4EC8-A250-6265EB014258}" destId="{53E9D1F3-34C7-4770-AE32-842737A109FC}" srcOrd="2" destOrd="0" parTransId="{3C752463-69AC-41E0-830C-E94CBB55636B}" sibTransId="{DB69CBB5-B571-4070-83A3-4EA3ECFE13C1}"/>
    <dgm:cxn modelId="{5415BDB6-E050-4C1B-950C-7B8D648AF072}" srcId="{52CE5655-7345-4EC8-A250-6265EB014258}" destId="{7339962C-3DF6-4752-9BCF-9D9F7A1A6F5E}" srcOrd="5" destOrd="0" parTransId="{DAD39149-CECD-4B6E-B632-D963B9B53A71}" sibTransId="{FC2679BC-DAEB-4CBC-A5A3-071ED297C91B}"/>
    <dgm:cxn modelId="{9E2D0DCB-A67C-430D-B070-73FF52331349}" type="presOf" srcId="{7339962C-3DF6-4752-9BCF-9D9F7A1A6F5E}" destId="{EF6A658B-40AB-496B-AB3C-01B3279597CA}" srcOrd="0" destOrd="5" presId="urn:microsoft.com/office/officeart/2005/8/layout/vList2"/>
    <dgm:cxn modelId="{B1CB6DD2-05B8-4F12-BD7B-E0BC727358C7}" srcId="{52CE5655-7345-4EC8-A250-6265EB014258}" destId="{9026D1D1-C946-4FA3-9082-AD7EB2695C0D}" srcOrd="0" destOrd="0" parTransId="{78F5C75C-A2F6-4691-B632-94853F27937A}" sibTransId="{C171C9B4-DDD9-4B4B-B81B-E10411EDEFB3}"/>
    <dgm:cxn modelId="{C38D60DE-C646-4A20-90C3-6CF0440BB33C}" type="presOf" srcId="{E7DADAE6-A98A-4615-91F5-8B22FECC725D}" destId="{EF6A658B-40AB-496B-AB3C-01B3279597CA}" srcOrd="0" destOrd="3" presId="urn:microsoft.com/office/officeart/2005/8/layout/vList2"/>
    <dgm:cxn modelId="{0EEE4FDE-05F1-46A2-A62E-ADF381FB69A5}" type="presOf" srcId="{5263D9EF-7AC2-4544-B097-AC8CE86363CA}" destId="{EF6A658B-40AB-496B-AB3C-01B3279597CA}" srcOrd="0" destOrd="4" presId="urn:microsoft.com/office/officeart/2005/8/layout/vList2"/>
    <dgm:cxn modelId="{5C0F3DB4-3A66-422B-90FB-3A2FD18B69F1}" type="presParOf" srcId="{CCB28CF3-A9CC-449D-81E0-FF3FBE90CB9F}" destId="{D2503862-9AF9-4551-982A-3B17447AC735}" srcOrd="0" destOrd="0" presId="urn:microsoft.com/office/officeart/2005/8/layout/vList2"/>
    <dgm:cxn modelId="{B743C3E2-5DA7-4111-85EC-BBFE10A13CB5}" type="presParOf" srcId="{CCB28CF3-A9CC-449D-81E0-FF3FBE90CB9F}" destId="{EF6A658B-40AB-496B-AB3C-01B3279597CA}" srcOrd="1"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A839F04D-9FC0-4AF2-B7A0-D82500DA5967}" type="doc">
      <dgm:prSet loTypeId="urn:microsoft.com/office/officeart/2008/layout/LinedList" loCatId="list" qsTypeId="urn:microsoft.com/office/officeart/2005/8/quickstyle/simple1" qsCatId="simple" csTypeId="urn:microsoft.com/office/officeart/2005/8/colors/accent4_2" csCatId="accent4"/>
      <dgm:spPr/>
      <dgm:t>
        <a:bodyPr/>
        <a:lstStyle/>
        <a:p>
          <a:endParaRPr lang="en-US"/>
        </a:p>
      </dgm:t>
    </dgm:pt>
    <dgm:pt modelId="{E0C93FD1-B29B-46B2-BBF7-F6649534450E}">
      <dgm:prSet/>
      <dgm:spPr/>
      <dgm:t>
        <a:bodyPr/>
        <a:lstStyle/>
        <a:p>
          <a:r>
            <a:rPr lang="en-IN"/>
            <a:t>Data Cleaning &amp; Preprocessing </a:t>
          </a:r>
          <a:endParaRPr lang="en-US"/>
        </a:p>
      </dgm:t>
    </dgm:pt>
    <dgm:pt modelId="{46ADE9E3-67AB-46CE-8B3D-C72AE0086F80}" type="parTrans" cxnId="{0AF00FAF-80A0-4029-8CA7-CAEA8896B5D6}">
      <dgm:prSet/>
      <dgm:spPr/>
      <dgm:t>
        <a:bodyPr/>
        <a:lstStyle/>
        <a:p>
          <a:endParaRPr lang="en-US"/>
        </a:p>
      </dgm:t>
    </dgm:pt>
    <dgm:pt modelId="{C0F4DE3D-8BED-4C91-9F5A-15A78F528178}" type="sibTrans" cxnId="{0AF00FAF-80A0-4029-8CA7-CAEA8896B5D6}">
      <dgm:prSet/>
      <dgm:spPr/>
      <dgm:t>
        <a:bodyPr/>
        <a:lstStyle/>
        <a:p>
          <a:endParaRPr lang="en-US"/>
        </a:p>
      </dgm:t>
    </dgm:pt>
    <dgm:pt modelId="{368F4887-31AC-462B-B0F3-3798B3E26CF3}">
      <dgm:prSet/>
      <dgm:spPr/>
      <dgm:t>
        <a:bodyPr/>
        <a:lstStyle/>
        <a:p>
          <a:r>
            <a:rPr lang="en-IN"/>
            <a:t>Descriptive Statistics &amp; Trend Analysis</a:t>
          </a:r>
          <a:endParaRPr lang="en-US"/>
        </a:p>
      </dgm:t>
    </dgm:pt>
    <dgm:pt modelId="{7FE0E501-5F29-4F46-924E-2CF05EDBC21A}" type="parTrans" cxnId="{310F2BF9-A6DB-440E-957E-88F2587272FC}">
      <dgm:prSet/>
      <dgm:spPr/>
      <dgm:t>
        <a:bodyPr/>
        <a:lstStyle/>
        <a:p>
          <a:endParaRPr lang="en-US"/>
        </a:p>
      </dgm:t>
    </dgm:pt>
    <dgm:pt modelId="{9AACBBEC-C52E-482C-9CC6-54C2C3C74038}" type="sibTrans" cxnId="{310F2BF9-A6DB-440E-957E-88F2587272FC}">
      <dgm:prSet/>
      <dgm:spPr/>
      <dgm:t>
        <a:bodyPr/>
        <a:lstStyle/>
        <a:p>
          <a:endParaRPr lang="en-US"/>
        </a:p>
      </dgm:t>
    </dgm:pt>
    <dgm:pt modelId="{D86B89E1-6102-441D-A72A-7994605BA1F7}">
      <dgm:prSet/>
      <dgm:spPr/>
      <dgm:t>
        <a:bodyPr/>
        <a:lstStyle/>
        <a:p>
          <a:r>
            <a:rPr lang="en-IN"/>
            <a:t>Comparative Analysis</a:t>
          </a:r>
          <a:endParaRPr lang="en-US"/>
        </a:p>
      </dgm:t>
    </dgm:pt>
    <dgm:pt modelId="{94C818C2-62E2-4D31-B371-4558D7CA5043}" type="parTrans" cxnId="{9A9593D3-44D1-4C01-A957-67A57C737BFE}">
      <dgm:prSet/>
      <dgm:spPr/>
      <dgm:t>
        <a:bodyPr/>
        <a:lstStyle/>
        <a:p>
          <a:endParaRPr lang="en-US"/>
        </a:p>
      </dgm:t>
    </dgm:pt>
    <dgm:pt modelId="{719E8513-8D73-4574-B612-D1B5D9CB6B68}" type="sibTrans" cxnId="{9A9593D3-44D1-4C01-A957-67A57C737BFE}">
      <dgm:prSet/>
      <dgm:spPr/>
      <dgm:t>
        <a:bodyPr/>
        <a:lstStyle/>
        <a:p>
          <a:endParaRPr lang="en-US"/>
        </a:p>
      </dgm:t>
    </dgm:pt>
    <dgm:pt modelId="{8EB7A8F6-7C79-41DB-ACA2-452466DB9A22}">
      <dgm:prSet/>
      <dgm:spPr/>
      <dgm:t>
        <a:bodyPr/>
        <a:lstStyle/>
        <a:p>
          <a:r>
            <a:rPr lang="en-IN"/>
            <a:t>Data Wrangling</a:t>
          </a:r>
          <a:endParaRPr lang="en-US"/>
        </a:p>
      </dgm:t>
    </dgm:pt>
    <dgm:pt modelId="{38FFA0A5-3335-4CBA-9FDA-DE948E322CDB}" type="parTrans" cxnId="{CB1A8F90-E261-4AB0-9763-5DF2E1FEB8C7}">
      <dgm:prSet/>
      <dgm:spPr/>
      <dgm:t>
        <a:bodyPr/>
        <a:lstStyle/>
        <a:p>
          <a:endParaRPr lang="en-US"/>
        </a:p>
      </dgm:t>
    </dgm:pt>
    <dgm:pt modelId="{40365B50-499B-4C45-9943-851325BFB0CB}" type="sibTrans" cxnId="{CB1A8F90-E261-4AB0-9763-5DF2E1FEB8C7}">
      <dgm:prSet/>
      <dgm:spPr/>
      <dgm:t>
        <a:bodyPr/>
        <a:lstStyle/>
        <a:p>
          <a:endParaRPr lang="en-US"/>
        </a:p>
      </dgm:t>
    </dgm:pt>
    <dgm:pt modelId="{A6902801-54D6-4242-A0FC-06CAE51EA3D9}">
      <dgm:prSet/>
      <dgm:spPr/>
      <dgm:t>
        <a:bodyPr/>
        <a:lstStyle/>
        <a:p>
          <a:r>
            <a:rPr lang="en-IN"/>
            <a:t>Data Aggregation</a:t>
          </a:r>
          <a:endParaRPr lang="en-US"/>
        </a:p>
      </dgm:t>
    </dgm:pt>
    <dgm:pt modelId="{3C5241E4-B847-4527-A82C-171269B879A6}" type="parTrans" cxnId="{D2075DC3-9893-4043-A06D-49FEF5905DA6}">
      <dgm:prSet/>
      <dgm:spPr/>
      <dgm:t>
        <a:bodyPr/>
        <a:lstStyle/>
        <a:p>
          <a:endParaRPr lang="en-US"/>
        </a:p>
      </dgm:t>
    </dgm:pt>
    <dgm:pt modelId="{4BFF0FCE-DFD2-4EB3-85CD-1738811371C8}" type="sibTrans" cxnId="{D2075DC3-9893-4043-A06D-49FEF5905DA6}">
      <dgm:prSet/>
      <dgm:spPr/>
      <dgm:t>
        <a:bodyPr/>
        <a:lstStyle/>
        <a:p>
          <a:endParaRPr lang="en-US"/>
        </a:p>
      </dgm:t>
    </dgm:pt>
    <dgm:pt modelId="{A5290489-8809-422F-A8F0-B2590B07C560}">
      <dgm:prSet/>
      <dgm:spPr/>
      <dgm:t>
        <a:bodyPr/>
        <a:lstStyle/>
        <a:p>
          <a:r>
            <a:rPr lang="en-IN"/>
            <a:t>Data Visualization</a:t>
          </a:r>
          <a:endParaRPr lang="en-US"/>
        </a:p>
      </dgm:t>
    </dgm:pt>
    <dgm:pt modelId="{8879EC4B-399C-4959-A8C8-59FE0D497E12}" type="parTrans" cxnId="{E8B1C211-677C-437C-96B4-6BED075F2176}">
      <dgm:prSet/>
      <dgm:spPr/>
      <dgm:t>
        <a:bodyPr/>
        <a:lstStyle/>
        <a:p>
          <a:endParaRPr lang="en-US"/>
        </a:p>
      </dgm:t>
    </dgm:pt>
    <dgm:pt modelId="{762DBFED-BD48-48CC-91D6-85C6C60C55CF}" type="sibTrans" cxnId="{E8B1C211-677C-437C-96B4-6BED075F2176}">
      <dgm:prSet/>
      <dgm:spPr/>
      <dgm:t>
        <a:bodyPr/>
        <a:lstStyle/>
        <a:p>
          <a:endParaRPr lang="en-US"/>
        </a:p>
      </dgm:t>
    </dgm:pt>
    <dgm:pt modelId="{5269A7EE-AD13-464D-8C15-AB408AB6EB9F}">
      <dgm:prSet/>
      <dgm:spPr/>
      <dgm:t>
        <a:bodyPr/>
        <a:lstStyle/>
        <a:p>
          <a:r>
            <a:rPr lang="en-IN"/>
            <a:t>Insight Generation</a:t>
          </a:r>
          <a:endParaRPr lang="en-US"/>
        </a:p>
      </dgm:t>
    </dgm:pt>
    <dgm:pt modelId="{AC0DE238-F2A1-4C9F-A9BE-A90017CAABFE}" type="parTrans" cxnId="{46F55F4B-DF96-460C-A256-C9AB15C65C45}">
      <dgm:prSet/>
      <dgm:spPr/>
      <dgm:t>
        <a:bodyPr/>
        <a:lstStyle/>
        <a:p>
          <a:endParaRPr lang="en-US"/>
        </a:p>
      </dgm:t>
    </dgm:pt>
    <dgm:pt modelId="{1C247796-1E19-4C29-A36F-C3C608D9855A}" type="sibTrans" cxnId="{46F55F4B-DF96-460C-A256-C9AB15C65C45}">
      <dgm:prSet/>
      <dgm:spPr/>
      <dgm:t>
        <a:bodyPr/>
        <a:lstStyle/>
        <a:p>
          <a:endParaRPr lang="en-US"/>
        </a:p>
      </dgm:t>
    </dgm:pt>
    <dgm:pt modelId="{2822ADCC-4C8A-4E2F-9550-B71AFF4DEB99}" type="pres">
      <dgm:prSet presAssocID="{A839F04D-9FC0-4AF2-B7A0-D82500DA5967}" presName="vert0" presStyleCnt="0">
        <dgm:presLayoutVars>
          <dgm:dir/>
          <dgm:animOne val="branch"/>
          <dgm:animLvl val="lvl"/>
        </dgm:presLayoutVars>
      </dgm:prSet>
      <dgm:spPr/>
    </dgm:pt>
    <dgm:pt modelId="{EEA10ECC-A765-44E2-9CF0-9F044102B41B}" type="pres">
      <dgm:prSet presAssocID="{E0C93FD1-B29B-46B2-BBF7-F6649534450E}" presName="thickLine" presStyleLbl="alignNode1" presStyleIdx="0" presStyleCnt="7"/>
      <dgm:spPr/>
    </dgm:pt>
    <dgm:pt modelId="{57F5DB77-BD75-473B-B92D-9C88C21A84DA}" type="pres">
      <dgm:prSet presAssocID="{E0C93FD1-B29B-46B2-BBF7-F6649534450E}" presName="horz1" presStyleCnt="0"/>
      <dgm:spPr/>
    </dgm:pt>
    <dgm:pt modelId="{AFDD1FF9-D520-4306-A7A4-E91CA330B3DD}" type="pres">
      <dgm:prSet presAssocID="{E0C93FD1-B29B-46B2-BBF7-F6649534450E}" presName="tx1" presStyleLbl="revTx" presStyleIdx="0" presStyleCnt="7"/>
      <dgm:spPr/>
    </dgm:pt>
    <dgm:pt modelId="{244087CB-17BA-40AD-832E-6609A98339C7}" type="pres">
      <dgm:prSet presAssocID="{E0C93FD1-B29B-46B2-BBF7-F6649534450E}" presName="vert1" presStyleCnt="0"/>
      <dgm:spPr/>
    </dgm:pt>
    <dgm:pt modelId="{23797DA4-2B33-48A0-97CE-F078DFBAEA64}" type="pres">
      <dgm:prSet presAssocID="{368F4887-31AC-462B-B0F3-3798B3E26CF3}" presName="thickLine" presStyleLbl="alignNode1" presStyleIdx="1" presStyleCnt="7"/>
      <dgm:spPr/>
    </dgm:pt>
    <dgm:pt modelId="{42974F86-383D-4660-ADA3-8466C08FC778}" type="pres">
      <dgm:prSet presAssocID="{368F4887-31AC-462B-B0F3-3798B3E26CF3}" presName="horz1" presStyleCnt="0"/>
      <dgm:spPr/>
    </dgm:pt>
    <dgm:pt modelId="{1E6F16A4-37EE-45DC-B814-FA096017282C}" type="pres">
      <dgm:prSet presAssocID="{368F4887-31AC-462B-B0F3-3798B3E26CF3}" presName="tx1" presStyleLbl="revTx" presStyleIdx="1" presStyleCnt="7"/>
      <dgm:spPr/>
    </dgm:pt>
    <dgm:pt modelId="{26A928CD-06FD-485E-9C2D-B53190F1083B}" type="pres">
      <dgm:prSet presAssocID="{368F4887-31AC-462B-B0F3-3798B3E26CF3}" presName="vert1" presStyleCnt="0"/>
      <dgm:spPr/>
    </dgm:pt>
    <dgm:pt modelId="{D492502C-A44D-49C6-AFA5-BD2E721430C5}" type="pres">
      <dgm:prSet presAssocID="{D86B89E1-6102-441D-A72A-7994605BA1F7}" presName="thickLine" presStyleLbl="alignNode1" presStyleIdx="2" presStyleCnt="7"/>
      <dgm:spPr/>
    </dgm:pt>
    <dgm:pt modelId="{DC18320A-2096-4FB0-AD44-B846E501E8B3}" type="pres">
      <dgm:prSet presAssocID="{D86B89E1-6102-441D-A72A-7994605BA1F7}" presName="horz1" presStyleCnt="0"/>
      <dgm:spPr/>
    </dgm:pt>
    <dgm:pt modelId="{EBC65ED4-9872-4EF5-917B-F6D7778E1523}" type="pres">
      <dgm:prSet presAssocID="{D86B89E1-6102-441D-A72A-7994605BA1F7}" presName="tx1" presStyleLbl="revTx" presStyleIdx="2" presStyleCnt="7"/>
      <dgm:spPr/>
    </dgm:pt>
    <dgm:pt modelId="{3AE1BE74-8EEF-49CA-BD2D-CBD9289A0BB8}" type="pres">
      <dgm:prSet presAssocID="{D86B89E1-6102-441D-A72A-7994605BA1F7}" presName="vert1" presStyleCnt="0"/>
      <dgm:spPr/>
    </dgm:pt>
    <dgm:pt modelId="{C0D0489F-7F18-4E63-8EEA-829027E3CE00}" type="pres">
      <dgm:prSet presAssocID="{8EB7A8F6-7C79-41DB-ACA2-452466DB9A22}" presName="thickLine" presStyleLbl="alignNode1" presStyleIdx="3" presStyleCnt="7"/>
      <dgm:spPr/>
    </dgm:pt>
    <dgm:pt modelId="{1F56B848-61DE-4DAF-BA16-33C8A4FE1F24}" type="pres">
      <dgm:prSet presAssocID="{8EB7A8F6-7C79-41DB-ACA2-452466DB9A22}" presName="horz1" presStyleCnt="0"/>
      <dgm:spPr/>
    </dgm:pt>
    <dgm:pt modelId="{98D590C8-9D2A-455F-9892-A4EC23C6A358}" type="pres">
      <dgm:prSet presAssocID="{8EB7A8F6-7C79-41DB-ACA2-452466DB9A22}" presName="tx1" presStyleLbl="revTx" presStyleIdx="3" presStyleCnt="7"/>
      <dgm:spPr/>
    </dgm:pt>
    <dgm:pt modelId="{DD7C089E-B19B-4881-BA67-E5A69EB1350C}" type="pres">
      <dgm:prSet presAssocID="{8EB7A8F6-7C79-41DB-ACA2-452466DB9A22}" presName="vert1" presStyleCnt="0"/>
      <dgm:spPr/>
    </dgm:pt>
    <dgm:pt modelId="{28CC0C40-5404-4BB9-B566-653E106BBB7D}" type="pres">
      <dgm:prSet presAssocID="{A6902801-54D6-4242-A0FC-06CAE51EA3D9}" presName="thickLine" presStyleLbl="alignNode1" presStyleIdx="4" presStyleCnt="7"/>
      <dgm:spPr/>
    </dgm:pt>
    <dgm:pt modelId="{9FDCAD4E-7E9A-4F36-977D-0CAD461A3427}" type="pres">
      <dgm:prSet presAssocID="{A6902801-54D6-4242-A0FC-06CAE51EA3D9}" presName="horz1" presStyleCnt="0"/>
      <dgm:spPr/>
    </dgm:pt>
    <dgm:pt modelId="{18854FF6-170A-484D-AB0E-F7BBD5D36A4B}" type="pres">
      <dgm:prSet presAssocID="{A6902801-54D6-4242-A0FC-06CAE51EA3D9}" presName="tx1" presStyleLbl="revTx" presStyleIdx="4" presStyleCnt="7"/>
      <dgm:spPr/>
    </dgm:pt>
    <dgm:pt modelId="{4A16EE66-CEEB-4E84-BEEC-90C184CDC90B}" type="pres">
      <dgm:prSet presAssocID="{A6902801-54D6-4242-A0FC-06CAE51EA3D9}" presName="vert1" presStyleCnt="0"/>
      <dgm:spPr/>
    </dgm:pt>
    <dgm:pt modelId="{C86C8529-6CF4-43D6-85D9-75920C81BB6B}" type="pres">
      <dgm:prSet presAssocID="{A5290489-8809-422F-A8F0-B2590B07C560}" presName="thickLine" presStyleLbl="alignNode1" presStyleIdx="5" presStyleCnt="7"/>
      <dgm:spPr/>
    </dgm:pt>
    <dgm:pt modelId="{93F59941-A43C-439E-AEA3-EDCFDE2683F0}" type="pres">
      <dgm:prSet presAssocID="{A5290489-8809-422F-A8F0-B2590B07C560}" presName="horz1" presStyleCnt="0"/>
      <dgm:spPr/>
    </dgm:pt>
    <dgm:pt modelId="{54A11A66-2453-4DB2-9424-9D0844AD2D8B}" type="pres">
      <dgm:prSet presAssocID="{A5290489-8809-422F-A8F0-B2590B07C560}" presName="tx1" presStyleLbl="revTx" presStyleIdx="5" presStyleCnt="7"/>
      <dgm:spPr/>
    </dgm:pt>
    <dgm:pt modelId="{38DBC1DD-28B5-4CAF-870D-3F2FEB243429}" type="pres">
      <dgm:prSet presAssocID="{A5290489-8809-422F-A8F0-B2590B07C560}" presName="vert1" presStyleCnt="0"/>
      <dgm:spPr/>
    </dgm:pt>
    <dgm:pt modelId="{B94232BC-E5C2-4350-9396-F0AC170F688C}" type="pres">
      <dgm:prSet presAssocID="{5269A7EE-AD13-464D-8C15-AB408AB6EB9F}" presName="thickLine" presStyleLbl="alignNode1" presStyleIdx="6" presStyleCnt="7"/>
      <dgm:spPr/>
    </dgm:pt>
    <dgm:pt modelId="{44CE2228-2A60-4F15-A7C0-12946D4CD35F}" type="pres">
      <dgm:prSet presAssocID="{5269A7EE-AD13-464D-8C15-AB408AB6EB9F}" presName="horz1" presStyleCnt="0"/>
      <dgm:spPr/>
    </dgm:pt>
    <dgm:pt modelId="{25CE102B-526A-4B38-96CA-9EAE789FD546}" type="pres">
      <dgm:prSet presAssocID="{5269A7EE-AD13-464D-8C15-AB408AB6EB9F}" presName="tx1" presStyleLbl="revTx" presStyleIdx="6" presStyleCnt="7"/>
      <dgm:spPr/>
    </dgm:pt>
    <dgm:pt modelId="{12ADEDCB-27F3-4D6D-9726-700B2C945EF5}" type="pres">
      <dgm:prSet presAssocID="{5269A7EE-AD13-464D-8C15-AB408AB6EB9F}" presName="vert1" presStyleCnt="0"/>
      <dgm:spPr/>
    </dgm:pt>
  </dgm:ptLst>
  <dgm:cxnLst>
    <dgm:cxn modelId="{1BFF2104-3EFA-452E-8C7D-C0A412AB468B}" type="presOf" srcId="{A5290489-8809-422F-A8F0-B2590B07C560}" destId="{54A11A66-2453-4DB2-9424-9D0844AD2D8B}" srcOrd="0" destOrd="0" presId="urn:microsoft.com/office/officeart/2008/layout/LinedList"/>
    <dgm:cxn modelId="{FBA41D09-9BCD-419C-8A31-348A23391AA0}" type="presOf" srcId="{8EB7A8F6-7C79-41DB-ACA2-452466DB9A22}" destId="{98D590C8-9D2A-455F-9892-A4EC23C6A358}" srcOrd="0" destOrd="0" presId="urn:microsoft.com/office/officeart/2008/layout/LinedList"/>
    <dgm:cxn modelId="{E8B1C211-677C-437C-96B4-6BED075F2176}" srcId="{A839F04D-9FC0-4AF2-B7A0-D82500DA5967}" destId="{A5290489-8809-422F-A8F0-B2590B07C560}" srcOrd="5" destOrd="0" parTransId="{8879EC4B-399C-4959-A8C8-59FE0D497E12}" sibTransId="{762DBFED-BD48-48CC-91D6-85C6C60C55CF}"/>
    <dgm:cxn modelId="{07F59026-977F-4E2A-BAB7-1DD8C0613712}" type="presOf" srcId="{368F4887-31AC-462B-B0F3-3798B3E26CF3}" destId="{1E6F16A4-37EE-45DC-B814-FA096017282C}" srcOrd="0" destOrd="0" presId="urn:microsoft.com/office/officeart/2008/layout/LinedList"/>
    <dgm:cxn modelId="{2FF10C2E-6894-4228-A904-29915DA8A4D1}" type="presOf" srcId="{5269A7EE-AD13-464D-8C15-AB408AB6EB9F}" destId="{25CE102B-526A-4B38-96CA-9EAE789FD546}" srcOrd="0" destOrd="0" presId="urn:microsoft.com/office/officeart/2008/layout/LinedList"/>
    <dgm:cxn modelId="{46F55F4B-DF96-460C-A256-C9AB15C65C45}" srcId="{A839F04D-9FC0-4AF2-B7A0-D82500DA5967}" destId="{5269A7EE-AD13-464D-8C15-AB408AB6EB9F}" srcOrd="6" destOrd="0" parTransId="{AC0DE238-F2A1-4C9F-A9BE-A90017CAABFE}" sibTransId="{1C247796-1E19-4C29-A36F-C3C608D9855A}"/>
    <dgm:cxn modelId="{B21A1150-59B3-4DB6-8C7F-2C91AA46633F}" type="presOf" srcId="{A6902801-54D6-4242-A0FC-06CAE51EA3D9}" destId="{18854FF6-170A-484D-AB0E-F7BBD5D36A4B}" srcOrd="0" destOrd="0" presId="urn:microsoft.com/office/officeart/2008/layout/LinedList"/>
    <dgm:cxn modelId="{022CAF5A-E7DC-4C52-9BFA-7ACCFA16D2D5}" type="presOf" srcId="{D86B89E1-6102-441D-A72A-7994605BA1F7}" destId="{EBC65ED4-9872-4EF5-917B-F6D7778E1523}" srcOrd="0" destOrd="0" presId="urn:microsoft.com/office/officeart/2008/layout/LinedList"/>
    <dgm:cxn modelId="{C8B08487-142A-44CA-A832-D838AAAF4E35}" type="presOf" srcId="{E0C93FD1-B29B-46B2-BBF7-F6649534450E}" destId="{AFDD1FF9-D520-4306-A7A4-E91CA330B3DD}" srcOrd="0" destOrd="0" presId="urn:microsoft.com/office/officeart/2008/layout/LinedList"/>
    <dgm:cxn modelId="{CB1A8F90-E261-4AB0-9763-5DF2E1FEB8C7}" srcId="{A839F04D-9FC0-4AF2-B7A0-D82500DA5967}" destId="{8EB7A8F6-7C79-41DB-ACA2-452466DB9A22}" srcOrd="3" destOrd="0" parTransId="{38FFA0A5-3335-4CBA-9FDA-DE948E322CDB}" sibTransId="{40365B50-499B-4C45-9943-851325BFB0CB}"/>
    <dgm:cxn modelId="{0AF00FAF-80A0-4029-8CA7-CAEA8896B5D6}" srcId="{A839F04D-9FC0-4AF2-B7A0-D82500DA5967}" destId="{E0C93FD1-B29B-46B2-BBF7-F6649534450E}" srcOrd="0" destOrd="0" parTransId="{46ADE9E3-67AB-46CE-8B3D-C72AE0086F80}" sibTransId="{C0F4DE3D-8BED-4C91-9F5A-15A78F528178}"/>
    <dgm:cxn modelId="{D2075DC3-9893-4043-A06D-49FEF5905DA6}" srcId="{A839F04D-9FC0-4AF2-B7A0-D82500DA5967}" destId="{A6902801-54D6-4242-A0FC-06CAE51EA3D9}" srcOrd="4" destOrd="0" parTransId="{3C5241E4-B847-4527-A82C-171269B879A6}" sibTransId="{4BFF0FCE-DFD2-4EB3-85CD-1738811371C8}"/>
    <dgm:cxn modelId="{9A9593D3-44D1-4C01-A957-67A57C737BFE}" srcId="{A839F04D-9FC0-4AF2-B7A0-D82500DA5967}" destId="{D86B89E1-6102-441D-A72A-7994605BA1F7}" srcOrd="2" destOrd="0" parTransId="{94C818C2-62E2-4D31-B371-4558D7CA5043}" sibTransId="{719E8513-8D73-4574-B612-D1B5D9CB6B68}"/>
    <dgm:cxn modelId="{22E3B9F4-41CF-454C-A201-0ADAC2572271}" type="presOf" srcId="{A839F04D-9FC0-4AF2-B7A0-D82500DA5967}" destId="{2822ADCC-4C8A-4E2F-9550-B71AFF4DEB99}" srcOrd="0" destOrd="0" presId="urn:microsoft.com/office/officeart/2008/layout/LinedList"/>
    <dgm:cxn modelId="{310F2BF9-A6DB-440E-957E-88F2587272FC}" srcId="{A839F04D-9FC0-4AF2-B7A0-D82500DA5967}" destId="{368F4887-31AC-462B-B0F3-3798B3E26CF3}" srcOrd="1" destOrd="0" parTransId="{7FE0E501-5F29-4F46-924E-2CF05EDBC21A}" sibTransId="{9AACBBEC-C52E-482C-9CC6-54C2C3C74038}"/>
    <dgm:cxn modelId="{55647511-74F3-4D21-9084-02CC9DB159BB}" type="presParOf" srcId="{2822ADCC-4C8A-4E2F-9550-B71AFF4DEB99}" destId="{EEA10ECC-A765-44E2-9CF0-9F044102B41B}" srcOrd="0" destOrd="0" presId="urn:microsoft.com/office/officeart/2008/layout/LinedList"/>
    <dgm:cxn modelId="{CD4CF72E-5032-4C0C-B543-921FB3297BF6}" type="presParOf" srcId="{2822ADCC-4C8A-4E2F-9550-B71AFF4DEB99}" destId="{57F5DB77-BD75-473B-B92D-9C88C21A84DA}" srcOrd="1" destOrd="0" presId="urn:microsoft.com/office/officeart/2008/layout/LinedList"/>
    <dgm:cxn modelId="{1AC953B3-96FC-4782-A9DB-AEAD2F7B653F}" type="presParOf" srcId="{57F5DB77-BD75-473B-B92D-9C88C21A84DA}" destId="{AFDD1FF9-D520-4306-A7A4-E91CA330B3DD}" srcOrd="0" destOrd="0" presId="urn:microsoft.com/office/officeart/2008/layout/LinedList"/>
    <dgm:cxn modelId="{C2D0A896-E812-4A32-93E1-DAAAF686BE77}" type="presParOf" srcId="{57F5DB77-BD75-473B-B92D-9C88C21A84DA}" destId="{244087CB-17BA-40AD-832E-6609A98339C7}" srcOrd="1" destOrd="0" presId="urn:microsoft.com/office/officeart/2008/layout/LinedList"/>
    <dgm:cxn modelId="{FC6A3C02-48BC-444C-B86E-A6BC11CADAAB}" type="presParOf" srcId="{2822ADCC-4C8A-4E2F-9550-B71AFF4DEB99}" destId="{23797DA4-2B33-48A0-97CE-F078DFBAEA64}" srcOrd="2" destOrd="0" presId="urn:microsoft.com/office/officeart/2008/layout/LinedList"/>
    <dgm:cxn modelId="{14B69E99-0475-4633-AF11-2468CF6AF840}" type="presParOf" srcId="{2822ADCC-4C8A-4E2F-9550-B71AFF4DEB99}" destId="{42974F86-383D-4660-ADA3-8466C08FC778}" srcOrd="3" destOrd="0" presId="urn:microsoft.com/office/officeart/2008/layout/LinedList"/>
    <dgm:cxn modelId="{00D262F4-3716-4601-AD13-889F634E047C}" type="presParOf" srcId="{42974F86-383D-4660-ADA3-8466C08FC778}" destId="{1E6F16A4-37EE-45DC-B814-FA096017282C}" srcOrd="0" destOrd="0" presId="urn:microsoft.com/office/officeart/2008/layout/LinedList"/>
    <dgm:cxn modelId="{768EA479-A645-4003-85E4-59B0B68B5468}" type="presParOf" srcId="{42974F86-383D-4660-ADA3-8466C08FC778}" destId="{26A928CD-06FD-485E-9C2D-B53190F1083B}" srcOrd="1" destOrd="0" presId="urn:microsoft.com/office/officeart/2008/layout/LinedList"/>
    <dgm:cxn modelId="{A18FDB07-0D53-44CE-85C8-5D8580B212B9}" type="presParOf" srcId="{2822ADCC-4C8A-4E2F-9550-B71AFF4DEB99}" destId="{D492502C-A44D-49C6-AFA5-BD2E721430C5}" srcOrd="4" destOrd="0" presId="urn:microsoft.com/office/officeart/2008/layout/LinedList"/>
    <dgm:cxn modelId="{CDEF720C-DF6B-485C-A29F-32DA5D72B9BC}" type="presParOf" srcId="{2822ADCC-4C8A-4E2F-9550-B71AFF4DEB99}" destId="{DC18320A-2096-4FB0-AD44-B846E501E8B3}" srcOrd="5" destOrd="0" presId="urn:microsoft.com/office/officeart/2008/layout/LinedList"/>
    <dgm:cxn modelId="{E4207EFE-B915-406C-AF2D-360D2EE8515E}" type="presParOf" srcId="{DC18320A-2096-4FB0-AD44-B846E501E8B3}" destId="{EBC65ED4-9872-4EF5-917B-F6D7778E1523}" srcOrd="0" destOrd="0" presId="urn:microsoft.com/office/officeart/2008/layout/LinedList"/>
    <dgm:cxn modelId="{CE157DC0-470B-464F-9655-E92664F5D925}" type="presParOf" srcId="{DC18320A-2096-4FB0-AD44-B846E501E8B3}" destId="{3AE1BE74-8EEF-49CA-BD2D-CBD9289A0BB8}" srcOrd="1" destOrd="0" presId="urn:microsoft.com/office/officeart/2008/layout/LinedList"/>
    <dgm:cxn modelId="{A63B8FAB-303B-4196-AC49-9540E1AB8677}" type="presParOf" srcId="{2822ADCC-4C8A-4E2F-9550-B71AFF4DEB99}" destId="{C0D0489F-7F18-4E63-8EEA-829027E3CE00}" srcOrd="6" destOrd="0" presId="urn:microsoft.com/office/officeart/2008/layout/LinedList"/>
    <dgm:cxn modelId="{072D7B76-341F-4F33-BF6C-0E8239A83388}" type="presParOf" srcId="{2822ADCC-4C8A-4E2F-9550-B71AFF4DEB99}" destId="{1F56B848-61DE-4DAF-BA16-33C8A4FE1F24}" srcOrd="7" destOrd="0" presId="urn:microsoft.com/office/officeart/2008/layout/LinedList"/>
    <dgm:cxn modelId="{C84C4941-B777-4D1B-BDFD-3EEBFA11BE89}" type="presParOf" srcId="{1F56B848-61DE-4DAF-BA16-33C8A4FE1F24}" destId="{98D590C8-9D2A-455F-9892-A4EC23C6A358}" srcOrd="0" destOrd="0" presId="urn:microsoft.com/office/officeart/2008/layout/LinedList"/>
    <dgm:cxn modelId="{EFC44A34-D563-4F6C-A195-B79241A80DA2}" type="presParOf" srcId="{1F56B848-61DE-4DAF-BA16-33C8A4FE1F24}" destId="{DD7C089E-B19B-4881-BA67-E5A69EB1350C}" srcOrd="1" destOrd="0" presId="urn:microsoft.com/office/officeart/2008/layout/LinedList"/>
    <dgm:cxn modelId="{807E4E55-514E-4E7D-8A0B-7451BB005125}" type="presParOf" srcId="{2822ADCC-4C8A-4E2F-9550-B71AFF4DEB99}" destId="{28CC0C40-5404-4BB9-B566-653E106BBB7D}" srcOrd="8" destOrd="0" presId="urn:microsoft.com/office/officeart/2008/layout/LinedList"/>
    <dgm:cxn modelId="{73AC9239-E87C-4DF6-A8A1-DD3C1651633D}" type="presParOf" srcId="{2822ADCC-4C8A-4E2F-9550-B71AFF4DEB99}" destId="{9FDCAD4E-7E9A-4F36-977D-0CAD461A3427}" srcOrd="9" destOrd="0" presId="urn:microsoft.com/office/officeart/2008/layout/LinedList"/>
    <dgm:cxn modelId="{5947F0A8-D584-4D03-A07E-EEF99576A1E9}" type="presParOf" srcId="{9FDCAD4E-7E9A-4F36-977D-0CAD461A3427}" destId="{18854FF6-170A-484D-AB0E-F7BBD5D36A4B}" srcOrd="0" destOrd="0" presId="urn:microsoft.com/office/officeart/2008/layout/LinedList"/>
    <dgm:cxn modelId="{A7F322BE-5E28-4318-B161-49A32A9C803B}" type="presParOf" srcId="{9FDCAD4E-7E9A-4F36-977D-0CAD461A3427}" destId="{4A16EE66-CEEB-4E84-BEEC-90C184CDC90B}" srcOrd="1" destOrd="0" presId="urn:microsoft.com/office/officeart/2008/layout/LinedList"/>
    <dgm:cxn modelId="{4A2E5E5C-99DC-454B-81CC-E03830CDAAC3}" type="presParOf" srcId="{2822ADCC-4C8A-4E2F-9550-B71AFF4DEB99}" destId="{C86C8529-6CF4-43D6-85D9-75920C81BB6B}" srcOrd="10" destOrd="0" presId="urn:microsoft.com/office/officeart/2008/layout/LinedList"/>
    <dgm:cxn modelId="{3FFF3731-B6ED-4837-B770-3C24A2FDA62C}" type="presParOf" srcId="{2822ADCC-4C8A-4E2F-9550-B71AFF4DEB99}" destId="{93F59941-A43C-439E-AEA3-EDCFDE2683F0}" srcOrd="11" destOrd="0" presId="urn:microsoft.com/office/officeart/2008/layout/LinedList"/>
    <dgm:cxn modelId="{439EFA57-6A95-4D0C-AF37-E41CCE70E198}" type="presParOf" srcId="{93F59941-A43C-439E-AEA3-EDCFDE2683F0}" destId="{54A11A66-2453-4DB2-9424-9D0844AD2D8B}" srcOrd="0" destOrd="0" presId="urn:microsoft.com/office/officeart/2008/layout/LinedList"/>
    <dgm:cxn modelId="{5B1E94F6-F9EF-4822-A730-8BD7EEF788AC}" type="presParOf" srcId="{93F59941-A43C-439E-AEA3-EDCFDE2683F0}" destId="{38DBC1DD-28B5-4CAF-870D-3F2FEB243429}" srcOrd="1" destOrd="0" presId="urn:microsoft.com/office/officeart/2008/layout/LinedList"/>
    <dgm:cxn modelId="{6B2F749B-B37E-42EA-B9B7-304FA8930E24}" type="presParOf" srcId="{2822ADCC-4C8A-4E2F-9550-B71AFF4DEB99}" destId="{B94232BC-E5C2-4350-9396-F0AC170F688C}" srcOrd="12" destOrd="0" presId="urn:microsoft.com/office/officeart/2008/layout/LinedList"/>
    <dgm:cxn modelId="{152CC07A-9E22-481D-A647-3380E0FDF7F4}" type="presParOf" srcId="{2822ADCC-4C8A-4E2F-9550-B71AFF4DEB99}" destId="{44CE2228-2A60-4F15-A7C0-12946D4CD35F}" srcOrd="13" destOrd="0" presId="urn:microsoft.com/office/officeart/2008/layout/LinedList"/>
    <dgm:cxn modelId="{0E376758-F4AE-4BBB-AB94-1E8F695F1CF0}" type="presParOf" srcId="{44CE2228-2A60-4F15-A7C0-12946D4CD35F}" destId="{25CE102B-526A-4B38-96CA-9EAE789FD546}" srcOrd="0" destOrd="0" presId="urn:microsoft.com/office/officeart/2008/layout/LinedList"/>
    <dgm:cxn modelId="{36493193-0AB9-404D-AB14-7D52B131BFCF}" type="presParOf" srcId="{44CE2228-2A60-4F15-A7C0-12946D4CD35F}" destId="{12ADEDCB-27F3-4D6D-9726-700B2C945EF5}"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516373B9-6986-49B2-A242-CDFAA88326FC}"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07CA5812-71B6-4C7E-952E-F42183E18FF4}">
      <dgm:prSet/>
      <dgm:spPr/>
      <dgm:t>
        <a:bodyPr/>
        <a:lstStyle/>
        <a:p>
          <a:r>
            <a:rPr lang="en-US" b="1"/>
            <a:t>Area Chart: </a:t>
          </a:r>
          <a:r>
            <a:rPr lang="en-US"/>
            <a:t>Displays the trend of average reporting delays over time, highlighting patterns and variations.</a:t>
          </a:r>
        </a:p>
      </dgm:t>
    </dgm:pt>
    <dgm:pt modelId="{E1B0A664-1B6D-4DC9-AB22-F5CDE8D78F40}" type="parTrans" cxnId="{557219FA-7C9B-4347-B451-C1EC90442A47}">
      <dgm:prSet/>
      <dgm:spPr/>
      <dgm:t>
        <a:bodyPr/>
        <a:lstStyle/>
        <a:p>
          <a:endParaRPr lang="en-US"/>
        </a:p>
      </dgm:t>
    </dgm:pt>
    <dgm:pt modelId="{E8C9C27C-ED5D-4B2D-8324-4F659A96ED89}" type="sibTrans" cxnId="{557219FA-7C9B-4347-B451-C1EC90442A47}">
      <dgm:prSet/>
      <dgm:spPr/>
      <dgm:t>
        <a:bodyPr/>
        <a:lstStyle/>
        <a:p>
          <a:endParaRPr lang="en-US"/>
        </a:p>
      </dgm:t>
    </dgm:pt>
    <dgm:pt modelId="{5D75359E-709A-4554-8F46-7805E0A00A44}">
      <dgm:prSet/>
      <dgm:spPr/>
      <dgm:t>
        <a:bodyPr/>
        <a:lstStyle/>
        <a:p>
          <a:r>
            <a:rPr lang="en-US"/>
            <a:t>The </a:t>
          </a:r>
          <a:r>
            <a:rPr lang="en-US" b="1"/>
            <a:t>average reporting delay over time</a:t>
          </a:r>
          <a:r>
            <a:rPr lang="en-US"/>
            <a:t> is visualized using an area chart.</a:t>
          </a:r>
        </a:p>
      </dgm:t>
    </dgm:pt>
    <dgm:pt modelId="{72A02FB3-CC6C-4B5D-B3DE-F93AE954A166}" type="parTrans" cxnId="{7A120F5C-552A-4C08-B284-CE75D13D3214}">
      <dgm:prSet/>
      <dgm:spPr/>
      <dgm:t>
        <a:bodyPr/>
        <a:lstStyle/>
        <a:p>
          <a:endParaRPr lang="en-US"/>
        </a:p>
      </dgm:t>
    </dgm:pt>
    <dgm:pt modelId="{65A94698-60A5-4CE3-9880-D9422EB6F45F}" type="sibTrans" cxnId="{7A120F5C-552A-4C08-B284-CE75D13D3214}">
      <dgm:prSet/>
      <dgm:spPr/>
      <dgm:t>
        <a:bodyPr/>
        <a:lstStyle/>
        <a:p>
          <a:endParaRPr lang="en-US"/>
        </a:p>
      </dgm:t>
    </dgm:pt>
    <dgm:pt modelId="{628669B2-B2DC-4977-853C-730FD21FB0BA}">
      <dgm:prSet/>
      <dgm:spPr/>
      <dgm:t>
        <a:bodyPr/>
        <a:lstStyle/>
        <a:p>
          <a:r>
            <a:rPr lang="en-US"/>
            <a:t>The x-axis represents time (quarterly), and the y-axis represents the </a:t>
          </a:r>
          <a:r>
            <a:rPr lang="en-US" b="1"/>
            <a:t>average reporting delay</a:t>
          </a:r>
          <a:r>
            <a:rPr lang="en-US"/>
            <a:t>.</a:t>
          </a:r>
        </a:p>
      </dgm:t>
    </dgm:pt>
    <dgm:pt modelId="{3D442EE5-F076-44A3-8BDC-2A1CFFA72578}" type="parTrans" cxnId="{7D12F438-05C1-445F-AD74-73134F928F18}">
      <dgm:prSet/>
      <dgm:spPr/>
      <dgm:t>
        <a:bodyPr/>
        <a:lstStyle/>
        <a:p>
          <a:endParaRPr lang="en-US"/>
        </a:p>
      </dgm:t>
    </dgm:pt>
    <dgm:pt modelId="{9021574F-6148-4D07-9FE9-9C80D2DFD880}" type="sibTrans" cxnId="{7D12F438-05C1-445F-AD74-73134F928F18}">
      <dgm:prSet/>
      <dgm:spPr/>
      <dgm:t>
        <a:bodyPr/>
        <a:lstStyle/>
        <a:p>
          <a:endParaRPr lang="en-US"/>
        </a:p>
      </dgm:t>
    </dgm:pt>
    <dgm:pt modelId="{978C556F-73DA-41C1-9010-CBE5B2645C58}">
      <dgm:prSet/>
      <dgm:spPr/>
      <dgm:t>
        <a:bodyPr/>
        <a:lstStyle/>
        <a:p>
          <a:r>
            <a:rPr lang="en-US"/>
            <a:t>The area chart fills the space under the line plot with a light blue color.</a:t>
          </a:r>
        </a:p>
      </dgm:t>
    </dgm:pt>
    <dgm:pt modelId="{7AEC3CF2-A475-407F-B169-01ABBD2FC63F}" type="parTrans" cxnId="{7D5D94E6-3F9E-4D73-B864-6F65238F7184}">
      <dgm:prSet/>
      <dgm:spPr/>
      <dgm:t>
        <a:bodyPr/>
        <a:lstStyle/>
        <a:p>
          <a:endParaRPr lang="en-US"/>
        </a:p>
      </dgm:t>
    </dgm:pt>
    <dgm:pt modelId="{365E039B-131C-4599-8205-A664226848E5}" type="sibTrans" cxnId="{7D5D94E6-3F9E-4D73-B864-6F65238F7184}">
      <dgm:prSet/>
      <dgm:spPr/>
      <dgm:t>
        <a:bodyPr/>
        <a:lstStyle/>
        <a:p>
          <a:endParaRPr lang="en-US"/>
        </a:p>
      </dgm:t>
    </dgm:pt>
    <dgm:pt modelId="{E946F678-BC1E-4077-B77F-D71CAECDEA0B}">
      <dgm:prSet/>
      <dgm:spPr/>
      <dgm:t>
        <a:bodyPr/>
        <a:lstStyle/>
        <a:p>
          <a:r>
            <a:rPr lang="en-US"/>
            <a:t>The title of the chart: "Trend of Reporting Delays Over Time".</a:t>
          </a:r>
        </a:p>
      </dgm:t>
    </dgm:pt>
    <dgm:pt modelId="{1AC8E209-0BC1-4048-9038-3757B57B0E17}" type="parTrans" cxnId="{503DBF47-0A42-4946-919D-A4B867190536}">
      <dgm:prSet/>
      <dgm:spPr/>
      <dgm:t>
        <a:bodyPr/>
        <a:lstStyle/>
        <a:p>
          <a:endParaRPr lang="en-US"/>
        </a:p>
      </dgm:t>
    </dgm:pt>
    <dgm:pt modelId="{C459D9D1-734D-4C26-BEC2-9C0230A353B1}" type="sibTrans" cxnId="{503DBF47-0A42-4946-919D-A4B867190536}">
      <dgm:prSet/>
      <dgm:spPr/>
      <dgm:t>
        <a:bodyPr/>
        <a:lstStyle/>
        <a:p>
          <a:endParaRPr lang="en-US"/>
        </a:p>
      </dgm:t>
    </dgm:pt>
    <dgm:pt modelId="{45F6F768-A769-4EBC-88D9-89DDCC4C439A}" type="pres">
      <dgm:prSet presAssocID="{516373B9-6986-49B2-A242-CDFAA88326FC}" presName="linear" presStyleCnt="0">
        <dgm:presLayoutVars>
          <dgm:animLvl val="lvl"/>
          <dgm:resizeHandles val="exact"/>
        </dgm:presLayoutVars>
      </dgm:prSet>
      <dgm:spPr/>
    </dgm:pt>
    <dgm:pt modelId="{AF8410DD-584A-4E50-8CBB-8CDBA6DFE283}" type="pres">
      <dgm:prSet presAssocID="{07CA5812-71B6-4C7E-952E-F42183E18FF4}" presName="parentText" presStyleLbl="node1" presStyleIdx="0" presStyleCnt="5">
        <dgm:presLayoutVars>
          <dgm:chMax val="0"/>
          <dgm:bulletEnabled val="1"/>
        </dgm:presLayoutVars>
      </dgm:prSet>
      <dgm:spPr/>
    </dgm:pt>
    <dgm:pt modelId="{164E21CF-DEF2-4E0B-8FCA-A500079BEC98}" type="pres">
      <dgm:prSet presAssocID="{E8C9C27C-ED5D-4B2D-8324-4F659A96ED89}" presName="spacer" presStyleCnt="0"/>
      <dgm:spPr/>
    </dgm:pt>
    <dgm:pt modelId="{5EADB635-F09D-48E7-9628-0C08BE4A08E1}" type="pres">
      <dgm:prSet presAssocID="{5D75359E-709A-4554-8F46-7805E0A00A44}" presName="parentText" presStyleLbl="node1" presStyleIdx="1" presStyleCnt="5">
        <dgm:presLayoutVars>
          <dgm:chMax val="0"/>
          <dgm:bulletEnabled val="1"/>
        </dgm:presLayoutVars>
      </dgm:prSet>
      <dgm:spPr/>
    </dgm:pt>
    <dgm:pt modelId="{722A8160-D257-4581-878F-58213D6EB2D9}" type="pres">
      <dgm:prSet presAssocID="{65A94698-60A5-4CE3-9880-D9422EB6F45F}" presName="spacer" presStyleCnt="0"/>
      <dgm:spPr/>
    </dgm:pt>
    <dgm:pt modelId="{CB95DBD8-2248-48C8-A1BD-AEE44179D988}" type="pres">
      <dgm:prSet presAssocID="{628669B2-B2DC-4977-853C-730FD21FB0BA}" presName="parentText" presStyleLbl="node1" presStyleIdx="2" presStyleCnt="5">
        <dgm:presLayoutVars>
          <dgm:chMax val="0"/>
          <dgm:bulletEnabled val="1"/>
        </dgm:presLayoutVars>
      </dgm:prSet>
      <dgm:spPr/>
    </dgm:pt>
    <dgm:pt modelId="{314FEF6F-ECE9-41AE-9933-07CBC55AB938}" type="pres">
      <dgm:prSet presAssocID="{9021574F-6148-4D07-9FE9-9C80D2DFD880}" presName="spacer" presStyleCnt="0"/>
      <dgm:spPr/>
    </dgm:pt>
    <dgm:pt modelId="{03AE8A7B-8005-4E50-813C-5C12F7B96F1F}" type="pres">
      <dgm:prSet presAssocID="{978C556F-73DA-41C1-9010-CBE5B2645C58}" presName="parentText" presStyleLbl="node1" presStyleIdx="3" presStyleCnt="5">
        <dgm:presLayoutVars>
          <dgm:chMax val="0"/>
          <dgm:bulletEnabled val="1"/>
        </dgm:presLayoutVars>
      </dgm:prSet>
      <dgm:spPr/>
    </dgm:pt>
    <dgm:pt modelId="{EEB9E71E-D66C-46F2-BF50-BA3FE0BCE8FC}" type="pres">
      <dgm:prSet presAssocID="{365E039B-131C-4599-8205-A664226848E5}" presName="spacer" presStyleCnt="0"/>
      <dgm:spPr/>
    </dgm:pt>
    <dgm:pt modelId="{C82CD4B3-0409-4189-B8C6-B5F3E22D9667}" type="pres">
      <dgm:prSet presAssocID="{E946F678-BC1E-4077-B77F-D71CAECDEA0B}" presName="parentText" presStyleLbl="node1" presStyleIdx="4" presStyleCnt="5">
        <dgm:presLayoutVars>
          <dgm:chMax val="0"/>
          <dgm:bulletEnabled val="1"/>
        </dgm:presLayoutVars>
      </dgm:prSet>
      <dgm:spPr/>
    </dgm:pt>
  </dgm:ptLst>
  <dgm:cxnLst>
    <dgm:cxn modelId="{7D12F438-05C1-445F-AD74-73134F928F18}" srcId="{516373B9-6986-49B2-A242-CDFAA88326FC}" destId="{628669B2-B2DC-4977-853C-730FD21FB0BA}" srcOrd="2" destOrd="0" parTransId="{3D442EE5-F076-44A3-8BDC-2A1CFFA72578}" sibTransId="{9021574F-6148-4D07-9FE9-9C80D2DFD880}"/>
    <dgm:cxn modelId="{7A120F5C-552A-4C08-B284-CE75D13D3214}" srcId="{516373B9-6986-49B2-A242-CDFAA88326FC}" destId="{5D75359E-709A-4554-8F46-7805E0A00A44}" srcOrd="1" destOrd="0" parTransId="{72A02FB3-CC6C-4B5D-B3DE-F93AE954A166}" sibTransId="{65A94698-60A5-4CE3-9880-D9422EB6F45F}"/>
    <dgm:cxn modelId="{C3971244-B383-4FC3-814D-4057717151D8}" type="presOf" srcId="{978C556F-73DA-41C1-9010-CBE5B2645C58}" destId="{03AE8A7B-8005-4E50-813C-5C12F7B96F1F}" srcOrd="0" destOrd="0" presId="urn:microsoft.com/office/officeart/2005/8/layout/vList2"/>
    <dgm:cxn modelId="{503DBF47-0A42-4946-919D-A4B867190536}" srcId="{516373B9-6986-49B2-A242-CDFAA88326FC}" destId="{E946F678-BC1E-4077-B77F-D71CAECDEA0B}" srcOrd="4" destOrd="0" parTransId="{1AC8E209-0BC1-4048-9038-3757B57B0E17}" sibTransId="{C459D9D1-734D-4C26-BEC2-9C0230A353B1}"/>
    <dgm:cxn modelId="{29C97D86-E396-4534-9506-260A1776AF06}" type="presOf" srcId="{5D75359E-709A-4554-8F46-7805E0A00A44}" destId="{5EADB635-F09D-48E7-9628-0C08BE4A08E1}" srcOrd="0" destOrd="0" presId="urn:microsoft.com/office/officeart/2005/8/layout/vList2"/>
    <dgm:cxn modelId="{1A31C3B0-B756-4A8A-9C3E-B4A97E7EC8E0}" type="presOf" srcId="{07CA5812-71B6-4C7E-952E-F42183E18FF4}" destId="{AF8410DD-584A-4E50-8CBB-8CDBA6DFE283}" srcOrd="0" destOrd="0" presId="urn:microsoft.com/office/officeart/2005/8/layout/vList2"/>
    <dgm:cxn modelId="{763CEEB3-35EC-47F4-BD1C-C9BB709B3271}" type="presOf" srcId="{E946F678-BC1E-4077-B77F-D71CAECDEA0B}" destId="{C82CD4B3-0409-4189-B8C6-B5F3E22D9667}" srcOrd="0" destOrd="0" presId="urn:microsoft.com/office/officeart/2005/8/layout/vList2"/>
    <dgm:cxn modelId="{7D5D94E6-3F9E-4D73-B864-6F65238F7184}" srcId="{516373B9-6986-49B2-A242-CDFAA88326FC}" destId="{978C556F-73DA-41C1-9010-CBE5B2645C58}" srcOrd="3" destOrd="0" parTransId="{7AEC3CF2-A475-407F-B169-01ABBD2FC63F}" sibTransId="{365E039B-131C-4599-8205-A664226848E5}"/>
    <dgm:cxn modelId="{8EA939EB-971A-4BA4-B44E-1988791BE95B}" type="presOf" srcId="{516373B9-6986-49B2-A242-CDFAA88326FC}" destId="{45F6F768-A769-4EBC-88D9-89DDCC4C439A}" srcOrd="0" destOrd="0" presId="urn:microsoft.com/office/officeart/2005/8/layout/vList2"/>
    <dgm:cxn modelId="{A548E3ED-C981-4086-838C-D18D19953908}" type="presOf" srcId="{628669B2-B2DC-4977-853C-730FD21FB0BA}" destId="{CB95DBD8-2248-48C8-A1BD-AEE44179D988}" srcOrd="0" destOrd="0" presId="urn:microsoft.com/office/officeart/2005/8/layout/vList2"/>
    <dgm:cxn modelId="{557219FA-7C9B-4347-B451-C1EC90442A47}" srcId="{516373B9-6986-49B2-A242-CDFAA88326FC}" destId="{07CA5812-71B6-4C7E-952E-F42183E18FF4}" srcOrd="0" destOrd="0" parTransId="{E1B0A664-1B6D-4DC9-AB22-F5CDE8D78F40}" sibTransId="{E8C9C27C-ED5D-4B2D-8324-4F659A96ED89}"/>
    <dgm:cxn modelId="{CEEA39FE-8BE7-4A10-9293-5DD6CFFD931D}" type="presParOf" srcId="{45F6F768-A769-4EBC-88D9-89DDCC4C439A}" destId="{AF8410DD-584A-4E50-8CBB-8CDBA6DFE283}" srcOrd="0" destOrd="0" presId="urn:microsoft.com/office/officeart/2005/8/layout/vList2"/>
    <dgm:cxn modelId="{B029727D-4436-4537-BC3E-9BF060007D00}" type="presParOf" srcId="{45F6F768-A769-4EBC-88D9-89DDCC4C439A}" destId="{164E21CF-DEF2-4E0B-8FCA-A500079BEC98}" srcOrd="1" destOrd="0" presId="urn:microsoft.com/office/officeart/2005/8/layout/vList2"/>
    <dgm:cxn modelId="{B6171E8C-C289-4219-8ECB-8E9E8DD4B67F}" type="presParOf" srcId="{45F6F768-A769-4EBC-88D9-89DDCC4C439A}" destId="{5EADB635-F09D-48E7-9628-0C08BE4A08E1}" srcOrd="2" destOrd="0" presId="urn:microsoft.com/office/officeart/2005/8/layout/vList2"/>
    <dgm:cxn modelId="{A07A2C7F-ADA6-4B19-9FF7-3AFB37E71470}" type="presParOf" srcId="{45F6F768-A769-4EBC-88D9-89DDCC4C439A}" destId="{722A8160-D257-4581-878F-58213D6EB2D9}" srcOrd="3" destOrd="0" presId="urn:microsoft.com/office/officeart/2005/8/layout/vList2"/>
    <dgm:cxn modelId="{BA70C84B-C5C4-4D90-950A-F3777F09519E}" type="presParOf" srcId="{45F6F768-A769-4EBC-88D9-89DDCC4C439A}" destId="{CB95DBD8-2248-48C8-A1BD-AEE44179D988}" srcOrd="4" destOrd="0" presId="urn:microsoft.com/office/officeart/2005/8/layout/vList2"/>
    <dgm:cxn modelId="{1309A17A-285A-4D87-941C-C2C1F9BC8E6F}" type="presParOf" srcId="{45F6F768-A769-4EBC-88D9-89DDCC4C439A}" destId="{314FEF6F-ECE9-41AE-9933-07CBC55AB938}" srcOrd="5" destOrd="0" presId="urn:microsoft.com/office/officeart/2005/8/layout/vList2"/>
    <dgm:cxn modelId="{C10436CB-9B40-4274-ADC2-E4AEFDBB05B4}" type="presParOf" srcId="{45F6F768-A769-4EBC-88D9-89DDCC4C439A}" destId="{03AE8A7B-8005-4E50-813C-5C12F7B96F1F}" srcOrd="6" destOrd="0" presId="urn:microsoft.com/office/officeart/2005/8/layout/vList2"/>
    <dgm:cxn modelId="{C3419D21-A49B-4F58-B858-EDC698C4C918}" type="presParOf" srcId="{45F6F768-A769-4EBC-88D9-89DDCC4C439A}" destId="{EEB9E71E-D66C-46F2-BF50-BA3FE0BCE8FC}" srcOrd="7" destOrd="0" presId="urn:microsoft.com/office/officeart/2005/8/layout/vList2"/>
    <dgm:cxn modelId="{C53474D5-8E5D-4874-B7AB-812EF168CE1F}" type="presParOf" srcId="{45F6F768-A769-4EBC-88D9-89DDCC4C439A}" destId="{C82CD4B3-0409-4189-B8C6-B5F3E22D9667}"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6771776-D507-4188-82EF-2B64199ECFAC}">
      <dsp:nvSpPr>
        <dsp:cNvPr id="0" name=""/>
        <dsp:cNvSpPr/>
      </dsp:nvSpPr>
      <dsp:spPr>
        <a:xfrm>
          <a:off x="0" y="4122"/>
          <a:ext cx="6151562" cy="87810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C5D613-F098-4F26-A2F5-F3889FF05AD0}">
      <dsp:nvSpPr>
        <dsp:cNvPr id="0" name=""/>
        <dsp:cNvSpPr/>
      </dsp:nvSpPr>
      <dsp:spPr>
        <a:xfrm>
          <a:off x="265625" y="201695"/>
          <a:ext cx="482955" cy="48295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E39836DD-7E55-481A-8EB4-E5D211D3A74D}">
      <dsp:nvSpPr>
        <dsp:cNvPr id="0" name=""/>
        <dsp:cNvSpPr/>
      </dsp:nvSpPr>
      <dsp:spPr>
        <a:xfrm>
          <a:off x="1014206" y="4122"/>
          <a:ext cx="5137356" cy="878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932" tIns="92932" rIns="92932" bIns="92932" numCol="1" spcCol="1270" anchor="ctr" anchorCtr="0">
          <a:noAutofit/>
        </a:bodyPr>
        <a:lstStyle/>
        <a:p>
          <a:pPr marL="0" lvl="0" indent="0" algn="l" defTabSz="844550">
            <a:lnSpc>
              <a:spcPct val="90000"/>
            </a:lnSpc>
            <a:spcBef>
              <a:spcPct val="0"/>
            </a:spcBef>
            <a:spcAft>
              <a:spcPct val="35000"/>
            </a:spcAft>
            <a:buNone/>
          </a:pPr>
          <a:r>
            <a:rPr lang="en-US" sz="1900" kern="1200"/>
            <a:t>Analyze global economic trends using </a:t>
          </a:r>
          <a:r>
            <a:rPr lang="en-US" sz="1900" b="1" kern="1200"/>
            <a:t>World Bank Data</a:t>
          </a:r>
          <a:r>
            <a:rPr lang="en-US" sz="1900" kern="1200"/>
            <a:t>.</a:t>
          </a:r>
        </a:p>
      </dsp:txBody>
      <dsp:txXfrm>
        <a:off x="1014206" y="4122"/>
        <a:ext cx="5137356" cy="878100"/>
      </dsp:txXfrm>
    </dsp:sp>
    <dsp:sp modelId="{A15BD79A-1478-424C-BF72-E1F55AFF15AE}">
      <dsp:nvSpPr>
        <dsp:cNvPr id="0" name=""/>
        <dsp:cNvSpPr/>
      </dsp:nvSpPr>
      <dsp:spPr>
        <a:xfrm>
          <a:off x="0" y="1101748"/>
          <a:ext cx="6151562" cy="87810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C6D1FE7-F5B9-44F9-ABA7-EA4C28CB9080}">
      <dsp:nvSpPr>
        <dsp:cNvPr id="0" name=""/>
        <dsp:cNvSpPr/>
      </dsp:nvSpPr>
      <dsp:spPr>
        <a:xfrm>
          <a:off x="265625" y="1299321"/>
          <a:ext cx="482955" cy="48295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B89111C-EC28-4D34-8635-C9DE837293BD}">
      <dsp:nvSpPr>
        <dsp:cNvPr id="0" name=""/>
        <dsp:cNvSpPr/>
      </dsp:nvSpPr>
      <dsp:spPr>
        <a:xfrm>
          <a:off x="1014206" y="1101748"/>
          <a:ext cx="5137356" cy="878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932" tIns="92932" rIns="92932" bIns="92932" numCol="1" spcCol="1270" anchor="ctr" anchorCtr="0">
          <a:noAutofit/>
        </a:bodyPr>
        <a:lstStyle/>
        <a:p>
          <a:pPr marL="0" lvl="0" indent="0" algn="l" defTabSz="844550">
            <a:lnSpc>
              <a:spcPct val="90000"/>
            </a:lnSpc>
            <a:spcBef>
              <a:spcPct val="0"/>
            </a:spcBef>
            <a:spcAft>
              <a:spcPct val="35000"/>
            </a:spcAft>
            <a:buNone/>
          </a:pPr>
          <a:r>
            <a:rPr lang="en-US" sz="1900" kern="1200"/>
            <a:t>Perform Exploratory Data Analysis (EDA).</a:t>
          </a:r>
        </a:p>
      </dsp:txBody>
      <dsp:txXfrm>
        <a:off x="1014206" y="1101748"/>
        <a:ext cx="5137356" cy="878100"/>
      </dsp:txXfrm>
    </dsp:sp>
    <dsp:sp modelId="{547AA768-9576-46A9-9699-533CA91FC5EF}">
      <dsp:nvSpPr>
        <dsp:cNvPr id="0" name=""/>
        <dsp:cNvSpPr/>
      </dsp:nvSpPr>
      <dsp:spPr>
        <a:xfrm>
          <a:off x="0" y="2199374"/>
          <a:ext cx="6151562" cy="87810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0357779-A14E-4554-857E-35F7735153B2}">
      <dsp:nvSpPr>
        <dsp:cNvPr id="0" name=""/>
        <dsp:cNvSpPr/>
      </dsp:nvSpPr>
      <dsp:spPr>
        <a:xfrm>
          <a:off x="265625" y="2396947"/>
          <a:ext cx="482955" cy="48295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CB8C6DC-0A72-4CEF-8058-BE4A1185664B}">
      <dsp:nvSpPr>
        <dsp:cNvPr id="0" name=""/>
        <dsp:cNvSpPr/>
      </dsp:nvSpPr>
      <dsp:spPr>
        <a:xfrm>
          <a:off x="1014206" y="2199374"/>
          <a:ext cx="5137356" cy="878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932" tIns="92932" rIns="92932" bIns="92932" numCol="1" spcCol="1270" anchor="ctr" anchorCtr="0">
          <a:noAutofit/>
        </a:bodyPr>
        <a:lstStyle/>
        <a:p>
          <a:pPr marL="0" lvl="0" indent="0" algn="l" defTabSz="844550">
            <a:lnSpc>
              <a:spcPct val="90000"/>
            </a:lnSpc>
            <a:spcBef>
              <a:spcPct val="0"/>
            </a:spcBef>
            <a:spcAft>
              <a:spcPct val="35000"/>
            </a:spcAft>
            <a:buNone/>
          </a:pPr>
          <a:r>
            <a:rPr lang="en-US" sz="1900" kern="1200"/>
            <a:t>Utilize Data Wrangling and Data Aggregation.</a:t>
          </a:r>
        </a:p>
      </dsp:txBody>
      <dsp:txXfrm>
        <a:off x="1014206" y="2199374"/>
        <a:ext cx="5137356" cy="878100"/>
      </dsp:txXfrm>
    </dsp:sp>
    <dsp:sp modelId="{0DE872D6-EB95-430B-92F6-A74CF9661792}">
      <dsp:nvSpPr>
        <dsp:cNvPr id="0" name=""/>
        <dsp:cNvSpPr/>
      </dsp:nvSpPr>
      <dsp:spPr>
        <a:xfrm>
          <a:off x="0" y="3297000"/>
          <a:ext cx="6151562" cy="87810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F5E1FE2-5990-424C-AECB-0BEE45C53AEF}">
      <dsp:nvSpPr>
        <dsp:cNvPr id="0" name=""/>
        <dsp:cNvSpPr/>
      </dsp:nvSpPr>
      <dsp:spPr>
        <a:xfrm>
          <a:off x="265625" y="3494573"/>
          <a:ext cx="482955" cy="48295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72459114-9A30-46BD-9638-869A3ED3E57C}">
      <dsp:nvSpPr>
        <dsp:cNvPr id="0" name=""/>
        <dsp:cNvSpPr/>
      </dsp:nvSpPr>
      <dsp:spPr>
        <a:xfrm>
          <a:off x="1014206" y="3297000"/>
          <a:ext cx="5137356" cy="878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932" tIns="92932" rIns="92932" bIns="92932" numCol="1" spcCol="1270" anchor="ctr" anchorCtr="0">
          <a:noAutofit/>
        </a:bodyPr>
        <a:lstStyle/>
        <a:p>
          <a:pPr marL="0" lvl="0" indent="0" algn="l" defTabSz="844550">
            <a:lnSpc>
              <a:spcPct val="90000"/>
            </a:lnSpc>
            <a:spcBef>
              <a:spcPct val="0"/>
            </a:spcBef>
            <a:spcAft>
              <a:spcPct val="35000"/>
            </a:spcAft>
            <a:buNone/>
          </a:pPr>
          <a:r>
            <a:rPr lang="en-US" sz="1900" kern="1200"/>
            <a:t>Design and implement data visualizations.</a:t>
          </a:r>
        </a:p>
      </dsp:txBody>
      <dsp:txXfrm>
        <a:off x="1014206" y="3297000"/>
        <a:ext cx="5137356" cy="878100"/>
      </dsp:txXfrm>
    </dsp:sp>
    <dsp:sp modelId="{8F95DDAC-AC0A-49A1-B0A3-B00711317A3B}">
      <dsp:nvSpPr>
        <dsp:cNvPr id="0" name=""/>
        <dsp:cNvSpPr/>
      </dsp:nvSpPr>
      <dsp:spPr>
        <a:xfrm>
          <a:off x="0" y="4394626"/>
          <a:ext cx="6151562" cy="878100"/>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1D261F-4C32-435E-AFF5-39DDD4E431AF}">
      <dsp:nvSpPr>
        <dsp:cNvPr id="0" name=""/>
        <dsp:cNvSpPr/>
      </dsp:nvSpPr>
      <dsp:spPr>
        <a:xfrm>
          <a:off x="265625" y="4592199"/>
          <a:ext cx="482955" cy="48295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ln>
        <a:effectLst/>
      </dsp:spPr>
      <dsp:style>
        <a:lnRef idx="2">
          <a:scrgbClr r="0" g="0" b="0"/>
        </a:lnRef>
        <a:fillRef idx="1">
          <a:scrgbClr r="0" g="0" b="0"/>
        </a:fillRef>
        <a:effectRef idx="0">
          <a:scrgbClr r="0" g="0" b="0"/>
        </a:effectRef>
        <a:fontRef idx="minor">
          <a:schemeClr val="lt1"/>
        </a:fontRef>
      </dsp:style>
    </dsp:sp>
    <dsp:sp modelId="{48B945DE-B343-43C2-995B-9FCBC050950B}">
      <dsp:nvSpPr>
        <dsp:cNvPr id="0" name=""/>
        <dsp:cNvSpPr/>
      </dsp:nvSpPr>
      <dsp:spPr>
        <a:xfrm>
          <a:off x="1014206" y="4394626"/>
          <a:ext cx="5137356" cy="8781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2932" tIns="92932" rIns="92932" bIns="92932" numCol="1" spcCol="1270" anchor="ctr" anchorCtr="0">
          <a:noAutofit/>
        </a:bodyPr>
        <a:lstStyle/>
        <a:p>
          <a:pPr marL="0" lvl="0" indent="0" algn="l" defTabSz="844550">
            <a:lnSpc>
              <a:spcPct val="90000"/>
            </a:lnSpc>
            <a:spcBef>
              <a:spcPct val="0"/>
            </a:spcBef>
            <a:spcAft>
              <a:spcPct val="35000"/>
            </a:spcAft>
            <a:buNone/>
          </a:pPr>
          <a:r>
            <a:rPr lang="en-US" sz="1900" kern="1200"/>
            <a:t>Derive data-driven conclusions.</a:t>
          </a:r>
        </a:p>
      </dsp:txBody>
      <dsp:txXfrm>
        <a:off x="1014206" y="4394626"/>
        <a:ext cx="5137356" cy="878100"/>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773307-45B8-40DC-ADA3-C03256E033ED}">
      <dsp:nvSpPr>
        <dsp:cNvPr id="0" name=""/>
        <dsp:cNvSpPr/>
      </dsp:nvSpPr>
      <dsp:spPr>
        <a:xfrm>
          <a:off x="0" y="870465"/>
          <a:ext cx="6151562" cy="84942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The dataset tracks the availability and timeliness of data reported by countries under the SDDS framework.</a:t>
          </a:r>
        </a:p>
      </dsp:txBody>
      <dsp:txXfrm>
        <a:off x="41465" y="911930"/>
        <a:ext cx="6068632" cy="766490"/>
      </dsp:txXfrm>
    </dsp:sp>
    <dsp:sp modelId="{99424BFD-BE88-4887-9966-9446DAF016CE}">
      <dsp:nvSpPr>
        <dsp:cNvPr id="0" name=""/>
        <dsp:cNvSpPr/>
      </dsp:nvSpPr>
      <dsp:spPr>
        <a:xfrm>
          <a:off x="0" y="1765965"/>
          <a:ext cx="6151562" cy="849420"/>
        </a:xfrm>
        <a:prstGeom prst="roundRect">
          <a:avLst/>
        </a:prstGeom>
        <a:solidFill>
          <a:schemeClr val="accent2">
            <a:hueOff val="-3450629"/>
            <a:satOff val="15286"/>
            <a:lumOff val="-5621"/>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The SDDS is an initiative aimed at enhancing the availability of timely and comprehensive economic data for countries around the world.</a:t>
          </a:r>
        </a:p>
      </dsp:txBody>
      <dsp:txXfrm>
        <a:off x="41465" y="1807430"/>
        <a:ext cx="6068632" cy="766490"/>
      </dsp:txXfrm>
    </dsp:sp>
    <dsp:sp modelId="{E1418295-9B3D-4FE2-9300-AD85D1079B0F}">
      <dsp:nvSpPr>
        <dsp:cNvPr id="0" name=""/>
        <dsp:cNvSpPr/>
      </dsp:nvSpPr>
      <dsp:spPr>
        <a:xfrm>
          <a:off x="0" y="2661465"/>
          <a:ext cx="6151562" cy="849420"/>
        </a:xfrm>
        <a:prstGeom prst="roundRect">
          <a:avLst/>
        </a:prstGeom>
        <a:solidFill>
          <a:schemeClr val="accent2">
            <a:hueOff val="-6901259"/>
            <a:satOff val="30573"/>
            <a:lumOff val="-11243"/>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The dataset measures how often and how promptly these countries report their data to the IMF</a:t>
          </a:r>
        </a:p>
      </dsp:txBody>
      <dsp:txXfrm>
        <a:off x="41465" y="2702930"/>
        <a:ext cx="6068632" cy="766490"/>
      </dsp:txXfrm>
    </dsp:sp>
    <dsp:sp modelId="{770FAA2C-8752-4186-B74C-C5F8EA520D66}">
      <dsp:nvSpPr>
        <dsp:cNvPr id="0" name=""/>
        <dsp:cNvSpPr/>
      </dsp:nvSpPr>
      <dsp:spPr>
        <a:xfrm>
          <a:off x="0" y="3556965"/>
          <a:ext cx="6151562" cy="849420"/>
        </a:xfrm>
        <a:prstGeom prst="roundRect">
          <a:avLst/>
        </a:prstGeom>
        <a:solidFill>
          <a:schemeClr val="accent2">
            <a:hueOff val="-10351888"/>
            <a:satOff val="45859"/>
            <a:lumOff val="-1686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60960" tIns="60960" rIns="60960" bIns="60960" numCol="1" spcCol="1270" anchor="ctr" anchorCtr="0">
          <a:noAutofit/>
        </a:bodyPr>
        <a:lstStyle/>
        <a:p>
          <a:pPr marL="0" lvl="0" indent="0" algn="l" defTabSz="711200">
            <a:lnSpc>
              <a:spcPct val="90000"/>
            </a:lnSpc>
            <a:spcBef>
              <a:spcPct val="0"/>
            </a:spcBef>
            <a:spcAft>
              <a:spcPct val="35000"/>
            </a:spcAft>
            <a:buNone/>
          </a:pPr>
          <a:r>
            <a:rPr lang="en-US" sz="1600" kern="1200"/>
            <a:t>Links: https://datacatalog.worldbank.org/search/dataset/0037740/Quarterly-External-Debt-Statistics-SDDS</a:t>
          </a:r>
        </a:p>
      </dsp:txBody>
      <dsp:txXfrm>
        <a:off x="41465" y="3598430"/>
        <a:ext cx="6068632" cy="76649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2503862-9AF9-4551-982A-3B17447AC735}">
      <dsp:nvSpPr>
        <dsp:cNvPr id="0" name=""/>
        <dsp:cNvSpPr/>
      </dsp:nvSpPr>
      <dsp:spPr>
        <a:xfrm>
          <a:off x="0" y="127605"/>
          <a:ext cx="6151562" cy="608400"/>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t>Contents (Columns):</a:t>
          </a:r>
          <a:endParaRPr lang="en-US" sz="2600" kern="1200"/>
        </a:p>
      </dsp:txBody>
      <dsp:txXfrm>
        <a:off x="29700" y="157305"/>
        <a:ext cx="6092162" cy="549000"/>
      </dsp:txXfrm>
    </dsp:sp>
    <dsp:sp modelId="{EF6A658B-40AB-496B-AB3C-01B3279597CA}">
      <dsp:nvSpPr>
        <dsp:cNvPr id="0" name=""/>
        <dsp:cNvSpPr/>
      </dsp:nvSpPr>
      <dsp:spPr>
        <a:xfrm>
          <a:off x="0" y="736005"/>
          <a:ext cx="6151562" cy="44132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95312"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b="1" kern="1200"/>
            <a:t>Index</a:t>
          </a:r>
          <a:r>
            <a:rPr lang="en-US" sz="2000" kern="1200"/>
            <a:t>: Numerical identifier for each entry.</a:t>
          </a:r>
        </a:p>
        <a:p>
          <a:pPr marL="228600" lvl="1" indent="-228600" algn="l" defTabSz="889000">
            <a:lnSpc>
              <a:spcPct val="90000"/>
            </a:lnSpc>
            <a:spcBef>
              <a:spcPct val="0"/>
            </a:spcBef>
            <a:spcAft>
              <a:spcPct val="20000"/>
            </a:spcAft>
            <a:buChar char="•"/>
          </a:pPr>
          <a:r>
            <a:rPr lang="en-US" sz="2000" b="1" kern="1200"/>
            <a:t>Country</a:t>
          </a:r>
          <a:r>
            <a:rPr lang="en-US" sz="2000" kern="1200"/>
            <a:t>: The name of the country that the data pertains to.</a:t>
          </a:r>
        </a:p>
        <a:p>
          <a:pPr marL="228600" lvl="1" indent="-228600" algn="l" defTabSz="889000">
            <a:lnSpc>
              <a:spcPct val="90000"/>
            </a:lnSpc>
            <a:spcBef>
              <a:spcPct val="0"/>
            </a:spcBef>
            <a:spcAft>
              <a:spcPct val="20000"/>
            </a:spcAft>
            <a:buChar char="•"/>
          </a:pPr>
          <a:r>
            <a:rPr lang="en-US" sz="2000" b="1" kern="1200"/>
            <a:t>1st_QTR</a:t>
          </a:r>
          <a:r>
            <a:rPr lang="en-US" sz="2000" kern="1200"/>
            <a:t>: The starting quarter of the period for which the data is available </a:t>
          </a:r>
          <a:r>
            <a:rPr lang="en-US" sz="2000" b="1" kern="1200"/>
            <a:t>Last_QTR</a:t>
          </a:r>
          <a:r>
            <a:rPr lang="en-US" sz="2000" kern="1200"/>
            <a:t>: The ending quarter of the period for which the data is available.</a:t>
          </a:r>
        </a:p>
        <a:p>
          <a:pPr marL="228600" lvl="1" indent="-228600" algn="l" defTabSz="889000">
            <a:lnSpc>
              <a:spcPct val="90000"/>
            </a:lnSpc>
            <a:spcBef>
              <a:spcPct val="0"/>
            </a:spcBef>
            <a:spcAft>
              <a:spcPct val="20000"/>
            </a:spcAft>
            <a:buChar char="•"/>
          </a:pPr>
          <a:r>
            <a:rPr lang="en-US" sz="2000" b="1" kern="1200"/>
            <a:t>First_QTR_Reported</a:t>
          </a:r>
          <a:r>
            <a:rPr lang="en-US" sz="2000" kern="1200"/>
            <a:t>: The actual first quarter in which the data was reported to the IMF.</a:t>
          </a:r>
        </a:p>
        <a:p>
          <a:pPr marL="228600" lvl="1" indent="-228600" algn="l" defTabSz="889000">
            <a:lnSpc>
              <a:spcPct val="90000"/>
            </a:lnSpc>
            <a:spcBef>
              <a:spcPct val="0"/>
            </a:spcBef>
            <a:spcAft>
              <a:spcPct val="20000"/>
            </a:spcAft>
            <a:buChar char="•"/>
          </a:pPr>
          <a:r>
            <a:rPr lang="en-US" sz="2000" b="1" kern="1200"/>
            <a:t>Last_QTR_Reported</a:t>
          </a:r>
          <a:r>
            <a:rPr lang="en-US" sz="2000" kern="1200"/>
            <a:t>: The actual last quarter in which the data was reported.</a:t>
          </a:r>
        </a:p>
        <a:p>
          <a:pPr marL="228600" lvl="1" indent="-228600" algn="l" defTabSz="889000">
            <a:lnSpc>
              <a:spcPct val="90000"/>
            </a:lnSpc>
            <a:spcBef>
              <a:spcPct val="0"/>
            </a:spcBef>
            <a:spcAft>
              <a:spcPct val="20000"/>
            </a:spcAft>
            <a:buChar char="•"/>
          </a:pPr>
          <a:r>
            <a:rPr lang="en-US" sz="2000" b="1" kern="1200"/>
            <a:t>T1, T2, T3, T4, ...</a:t>
          </a:r>
          <a:r>
            <a:rPr lang="en-US" sz="2000" kern="1200"/>
            <a:t>: Columns representing different tables of data that countries report under the SDDS. A value of x means that data was reported for that specific table during the quarter, while NaN means it was not.</a:t>
          </a:r>
        </a:p>
      </dsp:txBody>
      <dsp:txXfrm>
        <a:off x="0" y="736005"/>
        <a:ext cx="6151562" cy="4413240"/>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A10ECC-A765-44E2-9CF0-9F044102B41B}">
      <dsp:nvSpPr>
        <dsp:cNvPr id="0" name=""/>
        <dsp:cNvSpPr/>
      </dsp:nvSpPr>
      <dsp:spPr>
        <a:xfrm>
          <a:off x="0" y="644"/>
          <a:ext cx="615156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AFDD1FF9-D520-4306-A7A4-E91CA330B3DD}">
      <dsp:nvSpPr>
        <dsp:cNvPr id="0" name=""/>
        <dsp:cNvSpPr/>
      </dsp:nvSpPr>
      <dsp:spPr>
        <a:xfrm>
          <a:off x="0" y="644"/>
          <a:ext cx="6151562" cy="753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Data Cleaning &amp; Preprocessing </a:t>
          </a:r>
          <a:endParaRPr lang="en-US" sz="3000" kern="1200"/>
        </a:p>
      </dsp:txBody>
      <dsp:txXfrm>
        <a:off x="0" y="644"/>
        <a:ext cx="6151562" cy="753651"/>
      </dsp:txXfrm>
    </dsp:sp>
    <dsp:sp modelId="{23797DA4-2B33-48A0-97CE-F078DFBAEA64}">
      <dsp:nvSpPr>
        <dsp:cNvPr id="0" name=""/>
        <dsp:cNvSpPr/>
      </dsp:nvSpPr>
      <dsp:spPr>
        <a:xfrm>
          <a:off x="0" y="754295"/>
          <a:ext cx="615156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E6F16A4-37EE-45DC-B814-FA096017282C}">
      <dsp:nvSpPr>
        <dsp:cNvPr id="0" name=""/>
        <dsp:cNvSpPr/>
      </dsp:nvSpPr>
      <dsp:spPr>
        <a:xfrm>
          <a:off x="0" y="754295"/>
          <a:ext cx="6151562" cy="753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Descriptive Statistics &amp; Trend Analysis</a:t>
          </a:r>
          <a:endParaRPr lang="en-US" sz="3000" kern="1200"/>
        </a:p>
      </dsp:txBody>
      <dsp:txXfrm>
        <a:off x="0" y="754295"/>
        <a:ext cx="6151562" cy="753651"/>
      </dsp:txXfrm>
    </dsp:sp>
    <dsp:sp modelId="{D492502C-A44D-49C6-AFA5-BD2E721430C5}">
      <dsp:nvSpPr>
        <dsp:cNvPr id="0" name=""/>
        <dsp:cNvSpPr/>
      </dsp:nvSpPr>
      <dsp:spPr>
        <a:xfrm>
          <a:off x="0" y="1507947"/>
          <a:ext cx="615156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EBC65ED4-9872-4EF5-917B-F6D7778E1523}">
      <dsp:nvSpPr>
        <dsp:cNvPr id="0" name=""/>
        <dsp:cNvSpPr/>
      </dsp:nvSpPr>
      <dsp:spPr>
        <a:xfrm>
          <a:off x="0" y="1507947"/>
          <a:ext cx="6151562" cy="753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Comparative Analysis</a:t>
          </a:r>
          <a:endParaRPr lang="en-US" sz="3000" kern="1200"/>
        </a:p>
      </dsp:txBody>
      <dsp:txXfrm>
        <a:off x="0" y="1507947"/>
        <a:ext cx="6151562" cy="753651"/>
      </dsp:txXfrm>
    </dsp:sp>
    <dsp:sp modelId="{C0D0489F-7F18-4E63-8EEA-829027E3CE00}">
      <dsp:nvSpPr>
        <dsp:cNvPr id="0" name=""/>
        <dsp:cNvSpPr/>
      </dsp:nvSpPr>
      <dsp:spPr>
        <a:xfrm>
          <a:off x="0" y="2261599"/>
          <a:ext cx="615156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98D590C8-9D2A-455F-9892-A4EC23C6A358}">
      <dsp:nvSpPr>
        <dsp:cNvPr id="0" name=""/>
        <dsp:cNvSpPr/>
      </dsp:nvSpPr>
      <dsp:spPr>
        <a:xfrm>
          <a:off x="0" y="2261599"/>
          <a:ext cx="6151562" cy="753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Data Wrangling</a:t>
          </a:r>
          <a:endParaRPr lang="en-US" sz="3000" kern="1200"/>
        </a:p>
      </dsp:txBody>
      <dsp:txXfrm>
        <a:off x="0" y="2261599"/>
        <a:ext cx="6151562" cy="753651"/>
      </dsp:txXfrm>
    </dsp:sp>
    <dsp:sp modelId="{28CC0C40-5404-4BB9-B566-653E106BBB7D}">
      <dsp:nvSpPr>
        <dsp:cNvPr id="0" name=""/>
        <dsp:cNvSpPr/>
      </dsp:nvSpPr>
      <dsp:spPr>
        <a:xfrm>
          <a:off x="0" y="3015250"/>
          <a:ext cx="615156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8854FF6-170A-484D-AB0E-F7BBD5D36A4B}">
      <dsp:nvSpPr>
        <dsp:cNvPr id="0" name=""/>
        <dsp:cNvSpPr/>
      </dsp:nvSpPr>
      <dsp:spPr>
        <a:xfrm>
          <a:off x="0" y="3015250"/>
          <a:ext cx="6151562" cy="753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Data Aggregation</a:t>
          </a:r>
          <a:endParaRPr lang="en-US" sz="3000" kern="1200"/>
        </a:p>
      </dsp:txBody>
      <dsp:txXfrm>
        <a:off x="0" y="3015250"/>
        <a:ext cx="6151562" cy="753651"/>
      </dsp:txXfrm>
    </dsp:sp>
    <dsp:sp modelId="{C86C8529-6CF4-43D6-85D9-75920C81BB6B}">
      <dsp:nvSpPr>
        <dsp:cNvPr id="0" name=""/>
        <dsp:cNvSpPr/>
      </dsp:nvSpPr>
      <dsp:spPr>
        <a:xfrm>
          <a:off x="0" y="3768902"/>
          <a:ext cx="615156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4A11A66-2453-4DB2-9424-9D0844AD2D8B}">
      <dsp:nvSpPr>
        <dsp:cNvPr id="0" name=""/>
        <dsp:cNvSpPr/>
      </dsp:nvSpPr>
      <dsp:spPr>
        <a:xfrm>
          <a:off x="0" y="3768902"/>
          <a:ext cx="6151562" cy="753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Data Visualization</a:t>
          </a:r>
          <a:endParaRPr lang="en-US" sz="3000" kern="1200"/>
        </a:p>
      </dsp:txBody>
      <dsp:txXfrm>
        <a:off x="0" y="3768902"/>
        <a:ext cx="6151562" cy="753651"/>
      </dsp:txXfrm>
    </dsp:sp>
    <dsp:sp modelId="{B94232BC-E5C2-4350-9396-F0AC170F688C}">
      <dsp:nvSpPr>
        <dsp:cNvPr id="0" name=""/>
        <dsp:cNvSpPr/>
      </dsp:nvSpPr>
      <dsp:spPr>
        <a:xfrm>
          <a:off x="0" y="4522554"/>
          <a:ext cx="6151562" cy="0"/>
        </a:xfrm>
        <a:prstGeom prst="line">
          <a:avLst/>
        </a:prstGeom>
        <a:solidFill>
          <a:schemeClr val="accent4">
            <a:hueOff val="0"/>
            <a:satOff val="0"/>
            <a:lumOff val="0"/>
            <a:alphaOff val="0"/>
          </a:schemeClr>
        </a:solidFill>
        <a:ln w="12700"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5CE102B-526A-4B38-96CA-9EAE789FD546}">
      <dsp:nvSpPr>
        <dsp:cNvPr id="0" name=""/>
        <dsp:cNvSpPr/>
      </dsp:nvSpPr>
      <dsp:spPr>
        <a:xfrm>
          <a:off x="0" y="4522554"/>
          <a:ext cx="6151562" cy="7536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4300" tIns="114300" rIns="114300" bIns="114300" numCol="1" spcCol="1270" anchor="t" anchorCtr="0">
          <a:noAutofit/>
        </a:bodyPr>
        <a:lstStyle/>
        <a:p>
          <a:pPr marL="0" lvl="0" indent="0" algn="l" defTabSz="1333500">
            <a:lnSpc>
              <a:spcPct val="90000"/>
            </a:lnSpc>
            <a:spcBef>
              <a:spcPct val="0"/>
            </a:spcBef>
            <a:spcAft>
              <a:spcPct val="35000"/>
            </a:spcAft>
            <a:buNone/>
          </a:pPr>
          <a:r>
            <a:rPr lang="en-IN" sz="3000" kern="1200"/>
            <a:t>Insight Generation</a:t>
          </a:r>
          <a:endParaRPr lang="en-US" sz="3000" kern="1200"/>
        </a:p>
      </dsp:txBody>
      <dsp:txXfrm>
        <a:off x="0" y="4522554"/>
        <a:ext cx="6151562" cy="753651"/>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F8410DD-584A-4E50-8CBB-8CDBA6DFE283}">
      <dsp:nvSpPr>
        <dsp:cNvPr id="0" name=""/>
        <dsp:cNvSpPr/>
      </dsp:nvSpPr>
      <dsp:spPr>
        <a:xfrm>
          <a:off x="0" y="490440"/>
          <a:ext cx="6151562" cy="810809"/>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b="1" kern="1200"/>
            <a:t>Area Chart: </a:t>
          </a:r>
          <a:r>
            <a:rPr lang="en-US" sz="2100" kern="1200"/>
            <a:t>Displays the trend of average reporting delays over time, highlighting patterns and variations.</a:t>
          </a:r>
        </a:p>
      </dsp:txBody>
      <dsp:txXfrm>
        <a:off x="39580" y="530020"/>
        <a:ext cx="6072402" cy="731649"/>
      </dsp:txXfrm>
    </dsp:sp>
    <dsp:sp modelId="{5EADB635-F09D-48E7-9628-0C08BE4A08E1}">
      <dsp:nvSpPr>
        <dsp:cNvPr id="0" name=""/>
        <dsp:cNvSpPr/>
      </dsp:nvSpPr>
      <dsp:spPr>
        <a:xfrm>
          <a:off x="0" y="1361730"/>
          <a:ext cx="6151562" cy="810809"/>
        </a:xfrm>
        <a:prstGeom prst="roundRect">
          <a:avLst/>
        </a:prstGeom>
        <a:solidFill>
          <a:schemeClr val="accent2">
            <a:hueOff val="-2587972"/>
            <a:satOff val="11465"/>
            <a:lumOff val="-4216"/>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The </a:t>
          </a:r>
          <a:r>
            <a:rPr lang="en-US" sz="2100" b="1" kern="1200"/>
            <a:t>average reporting delay over time</a:t>
          </a:r>
          <a:r>
            <a:rPr lang="en-US" sz="2100" kern="1200"/>
            <a:t> is visualized using an area chart.</a:t>
          </a:r>
        </a:p>
      </dsp:txBody>
      <dsp:txXfrm>
        <a:off x="39580" y="1401310"/>
        <a:ext cx="6072402" cy="731649"/>
      </dsp:txXfrm>
    </dsp:sp>
    <dsp:sp modelId="{CB95DBD8-2248-48C8-A1BD-AEE44179D988}">
      <dsp:nvSpPr>
        <dsp:cNvPr id="0" name=""/>
        <dsp:cNvSpPr/>
      </dsp:nvSpPr>
      <dsp:spPr>
        <a:xfrm>
          <a:off x="0" y="2233020"/>
          <a:ext cx="6151562" cy="810809"/>
        </a:xfrm>
        <a:prstGeom prst="roundRect">
          <a:avLst/>
        </a:prstGeom>
        <a:solidFill>
          <a:schemeClr val="accent2">
            <a:hueOff val="-5175944"/>
            <a:satOff val="22930"/>
            <a:lumOff val="-8432"/>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The x-axis represents time (quarterly), and the y-axis represents the </a:t>
          </a:r>
          <a:r>
            <a:rPr lang="en-US" sz="2100" b="1" kern="1200"/>
            <a:t>average reporting delay</a:t>
          </a:r>
          <a:r>
            <a:rPr lang="en-US" sz="2100" kern="1200"/>
            <a:t>.</a:t>
          </a:r>
        </a:p>
      </dsp:txBody>
      <dsp:txXfrm>
        <a:off x="39580" y="2272600"/>
        <a:ext cx="6072402" cy="731649"/>
      </dsp:txXfrm>
    </dsp:sp>
    <dsp:sp modelId="{03AE8A7B-8005-4E50-813C-5C12F7B96F1F}">
      <dsp:nvSpPr>
        <dsp:cNvPr id="0" name=""/>
        <dsp:cNvSpPr/>
      </dsp:nvSpPr>
      <dsp:spPr>
        <a:xfrm>
          <a:off x="0" y="3104310"/>
          <a:ext cx="6151562" cy="810809"/>
        </a:xfrm>
        <a:prstGeom prst="roundRect">
          <a:avLst/>
        </a:prstGeom>
        <a:solidFill>
          <a:schemeClr val="accent2">
            <a:hueOff val="-7763915"/>
            <a:satOff val="34394"/>
            <a:lumOff val="-12648"/>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The area chart fills the space under the line plot with a light blue color.</a:t>
          </a:r>
        </a:p>
      </dsp:txBody>
      <dsp:txXfrm>
        <a:off x="39580" y="3143890"/>
        <a:ext cx="6072402" cy="731649"/>
      </dsp:txXfrm>
    </dsp:sp>
    <dsp:sp modelId="{C82CD4B3-0409-4189-B8C6-B5F3E22D9667}">
      <dsp:nvSpPr>
        <dsp:cNvPr id="0" name=""/>
        <dsp:cNvSpPr/>
      </dsp:nvSpPr>
      <dsp:spPr>
        <a:xfrm>
          <a:off x="0" y="3975600"/>
          <a:ext cx="6151562" cy="810809"/>
        </a:xfrm>
        <a:prstGeom prst="roundRect">
          <a:avLst/>
        </a:prstGeom>
        <a:solidFill>
          <a:schemeClr val="accent2">
            <a:hueOff val="-10351888"/>
            <a:satOff val="45859"/>
            <a:lumOff val="-16864"/>
            <a:alphaOff val="0"/>
          </a:schemeClr>
        </a:solidFill>
        <a:ln w="127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0010" tIns="80010" rIns="80010" bIns="80010" numCol="1" spcCol="1270" anchor="ctr" anchorCtr="0">
          <a:noAutofit/>
        </a:bodyPr>
        <a:lstStyle/>
        <a:p>
          <a:pPr marL="0" lvl="0" indent="0" algn="l" defTabSz="933450">
            <a:lnSpc>
              <a:spcPct val="90000"/>
            </a:lnSpc>
            <a:spcBef>
              <a:spcPct val="0"/>
            </a:spcBef>
            <a:spcAft>
              <a:spcPct val="35000"/>
            </a:spcAft>
            <a:buNone/>
          </a:pPr>
          <a:r>
            <a:rPr lang="en-US" sz="2100" kern="1200"/>
            <a:t>The title of the chart: "Trend of Reporting Delays Over Time".</a:t>
          </a:r>
        </a:p>
      </dsp:txBody>
      <dsp:txXfrm>
        <a:off x="39580" y="4015180"/>
        <a:ext cx="6072402" cy="731649"/>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lgn="ctr">
              <a:defRPr sz="3800">
                <a:solidFill>
                  <a:srgbClr val="262626"/>
                </a:solidFill>
              </a:defRPr>
            </a:lvl1pPr>
          </a:lstStyle>
          <a:p>
            <a:r>
              <a:rPr lang="en-US"/>
              <a:t>Click to edit Master title style</a:t>
            </a:r>
            <a:endParaRPr lang="en-US" dirty="0"/>
          </a:p>
        </p:txBody>
      </p:sp>
      <p:sp>
        <p:nvSpPr>
          <p:cNvPr id="3" name="Subtitle 2"/>
          <p:cNvSpPr>
            <a:spLocks noGrp="1"/>
          </p:cNvSpPr>
          <p:nvPr>
            <p:ph type="subTitle" idx="1"/>
          </p:nvPr>
        </p:nvSpPr>
        <p:spPr>
          <a:xfrm>
            <a:off x="2695194" y="4352544"/>
            <a:ext cx="6801612" cy="1239894"/>
          </a:xfrm>
          <a:noFill/>
        </p:spPr>
        <p:txBody>
          <a:bodyPr>
            <a:normAutofit/>
          </a:bodyPr>
          <a:lstStyle>
            <a:lvl1pPr marL="0" indent="0" algn="ctr">
              <a:buNone/>
              <a:defRPr sz="2000">
                <a:solidFill>
                  <a:schemeClr val="tx1">
                    <a:lumMod val="75000"/>
                    <a:lumOff val="25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7" name="Date Placeholder 6"/>
          <p:cNvSpPr>
            <a:spLocks noGrp="1"/>
          </p:cNvSpPr>
          <p:nvPr>
            <p:ph type="dt" sz="half" idx="10"/>
          </p:nvPr>
        </p:nvSpPr>
        <p:spPr/>
        <p:txBody>
          <a:bodyPr/>
          <a:lstStyle/>
          <a:p>
            <a:fld id="{1160EA64-D806-43AC-9DF2-F8C432F32B4C}" type="datetimeFigureOut">
              <a:rPr lang="en-US" dirty="0"/>
              <a:t>2/24/2026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070A7B3-6521-4DCA-87E5-044747A908C1}" type="datetimeFigureOut">
              <a:rPr lang="en-US" dirty="0"/>
              <a:t>2/24/2026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blackWhite">
          <a:xfrm>
            <a:off x="1600200" y="2386744"/>
            <a:ext cx="8991600" cy="1645920"/>
          </a:xfrm>
          <a:solidFill>
            <a:srgbClr val="FFFFFF"/>
          </a:solidFill>
          <a:ln w="38100">
            <a:solidFill>
              <a:srgbClr val="404040"/>
            </a:solidFill>
          </a:ln>
        </p:spPr>
        <p:txBody>
          <a:bodyPr lIns="274320" rIns="274320" anchor="ctr" anchorCtr="1">
            <a:normAutofit/>
          </a:bodyPr>
          <a:lstStyle>
            <a:lvl1pPr>
              <a:defRPr sz="3800">
                <a:solidFill>
                  <a:srgbClr val="262626"/>
                </a:solidFill>
              </a:defRPr>
            </a:lvl1pPr>
          </a:lstStyle>
          <a:p>
            <a:r>
              <a:rPr lang="en-US"/>
              <a:t>Click to edit Master title style</a:t>
            </a:r>
            <a:endParaRPr lang="en-US" dirty="0"/>
          </a:p>
        </p:txBody>
      </p:sp>
      <p:sp>
        <p:nvSpPr>
          <p:cNvPr id="3" name="Text Placeholder 2"/>
          <p:cNvSpPr>
            <a:spLocks noGrp="1"/>
          </p:cNvSpPr>
          <p:nvPr>
            <p:ph type="body" idx="1"/>
          </p:nvPr>
        </p:nvSpPr>
        <p:spPr>
          <a:xfrm>
            <a:off x="2695194" y="4352465"/>
            <a:ext cx="6801612" cy="1265082"/>
          </a:xfrm>
        </p:spPr>
        <p:txBody>
          <a:bodyPr anchor="t" anchorCtr="1">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7" name="Date Placeholder 6"/>
          <p:cNvSpPr>
            <a:spLocks noGrp="1"/>
          </p:cNvSpPr>
          <p:nvPr>
            <p:ph type="dt" sz="half" idx="10"/>
          </p:nvPr>
        </p:nvSpPr>
        <p:spPr/>
        <p:txBody>
          <a:bodyPr/>
          <a:lstStyle/>
          <a:p>
            <a:fld id="{1160EA64-D806-43AC-9DF2-F8C432F32B4C}" type="datetimeFigureOut">
              <a:rPr lang="en-US" dirty="0"/>
              <a:t>2/24/2026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581912" y="2638044"/>
            <a:ext cx="4271771"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338315" y="2638044"/>
            <a:ext cx="4270247" cy="31019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AB134690-1557-4C89-A502-4959FE7FAD70}" type="datetimeFigureOut">
              <a:rPr lang="en-US" dirty="0"/>
              <a:t>2/24/2026</a:t>
            </a:fld>
            <a:endParaRPr lang="en-US" dirty="0"/>
          </a:p>
        </p:txBody>
      </p:sp>
      <p:sp>
        <p:nvSpPr>
          <p:cNvPr id="9" name="Footer Placeholder 8"/>
          <p:cNvSpPr>
            <a:spLocks noGrp="1"/>
          </p:cNvSpPr>
          <p:nvPr>
            <p:ph type="ftr" sz="quarter" idx="11"/>
          </p:nvPr>
        </p:nvSpPr>
        <p:spPr/>
        <p:txBody>
          <a:body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58343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83436" y="3143250"/>
            <a:ext cx="4270248" cy="259677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Content Placeholder 5"/>
          <p:cNvSpPr>
            <a:spLocks noGrp="1"/>
          </p:cNvSpPr>
          <p:nvPr>
            <p:ph sz="quarter" idx="4"/>
          </p:nvPr>
        </p:nvSpPr>
        <p:spPr>
          <a:xfrm>
            <a:off x="6338316" y="3143250"/>
            <a:ext cx="4253484" cy="2596776"/>
          </a:xfrm>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ext Placeholder 4"/>
          <p:cNvSpPr>
            <a:spLocks noGrp="1"/>
          </p:cNvSpPr>
          <p:nvPr>
            <p:ph type="body" sz="quarter" idx="13"/>
          </p:nvPr>
        </p:nvSpPr>
        <p:spPr>
          <a:xfrm>
            <a:off x="6338316" y="2313433"/>
            <a:ext cx="4270248" cy="704087"/>
          </a:xfrm>
        </p:spPr>
        <p:txBody>
          <a:bodyPr anchor="b" anchorCtr="1">
            <a:normAutofit/>
          </a:bodyPr>
          <a:lstStyle>
            <a:lvl1pPr marL="0" indent="0" algn="ctr">
              <a:buNone/>
              <a:defRPr sz="1900" b="0" cap="all" spc="100" baseline="0">
                <a:solidFill>
                  <a:schemeClr val="accent2">
                    <a:lumMod val="75000"/>
                  </a:schemeClr>
                </a:solidFill>
              </a:defRPr>
            </a:lvl1pPr>
            <a:lvl2pPr marL="457200" indent="0">
              <a:buNone/>
              <a:defRPr sz="19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7" name="Date Placeholder 6"/>
          <p:cNvSpPr>
            <a:spLocks noGrp="1"/>
          </p:cNvSpPr>
          <p:nvPr>
            <p:ph type="dt" sz="half" idx="10"/>
          </p:nvPr>
        </p:nvSpPr>
        <p:spPr/>
        <p:txBody>
          <a:bodyPr/>
          <a:lstStyle/>
          <a:p>
            <a:fld id="{4F7D4976-E339-4826-83B7-FBD03F55ECF8}" type="datetimeFigureOut">
              <a:rPr lang="en-US" dirty="0"/>
              <a:t>2/24/2026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8A7A6979-0714-4377-B894-6BE4C2D6E202}" type="slidenum">
              <a:rPr lang="en-US" dirty="0"/>
              <a:t>‹#›</a:t>
            </a:fld>
            <a:endParaRPr lang="en-US" dirty="0"/>
          </a:p>
        </p:txBody>
      </p:sp>
      <p:sp>
        <p:nvSpPr>
          <p:cNvPr id="10" name="Title 9"/>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1037C31-9E7A-4F99-8774-A0E530DE1A42}" type="datetimeFigureOut">
              <a:rPr lang="en-US" dirty="0"/>
              <a:t>2/24/2026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278504F-A551-4DE0-9316-4DCD1D8CC752}" type="datetimeFigureOut">
              <a:rPr lang="en-US" dirty="0"/>
              <a:t>2/24/2026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6" name="Rectangle 25"/>
          <p:cNvSpPr/>
          <p:nvPr/>
        </p:nvSpPr>
        <p:spPr>
          <a:xfrm>
            <a:off x="0" y="0"/>
            <a:ext cx="6096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4672" y="2243828"/>
            <a:ext cx="4486656" cy="1141497"/>
          </a:xfrm>
          <a:solidFill>
            <a:srgbClr val="FFFFFF"/>
          </a:solidFill>
          <a:ln>
            <a:solidFill>
              <a:srgbClr val="404040"/>
            </a:solidFill>
          </a:ln>
        </p:spPr>
        <p:txBody>
          <a:bodyPr anchor="ctr" anchorCtr="1">
            <a:normAutofit/>
          </a:bodyPr>
          <a:lstStyle>
            <a:lvl1pPr>
              <a:defRPr sz="2200">
                <a:solidFill>
                  <a:srgbClr val="262626"/>
                </a:solidFill>
              </a:defRPr>
            </a:lvl1pPr>
          </a:lstStyle>
          <a:p>
            <a:r>
              <a:rPr lang="en-US"/>
              <a:t>Click to edit Master title style</a:t>
            </a:r>
            <a:endParaRPr lang="en-US" dirty="0"/>
          </a:p>
        </p:txBody>
      </p:sp>
      <p:sp>
        <p:nvSpPr>
          <p:cNvPr id="3" name="Content Placeholder 2"/>
          <p:cNvSpPr>
            <a:spLocks noGrp="1"/>
          </p:cNvSpPr>
          <p:nvPr>
            <p:ph idx="1"/>
          </p:nvPr>
        </p:nvSpPr>
        <p:spPr>
          <a:xfrm>
            <a:off x="6736080" y="804672"/>
            <a:ext cx="4815840" cy="5248656"/>
          </a:xfrm>
        </p:spPr>
        <p:txBody>
          <a:bodyPr>
            <a:normAutofit/>
          </a:bodyPr>
          <a:lstStyle>
            <a:lvl1pPr>
              <a:defRPr sz="1900">
                <a:solidFill>
                  <a:schemeClr val="tx1"/>
                </a:solidFill>
              </a:defRPr>
            </a:lvl1pPr>
            <a:lvl2pPr>
              <a:defRPr sz="1600">
                <a:solidFill>
                  <a:schemeClr val="tx1"/>
                </a:solidFill>
              </a:defRPr>
            </a:lvl2pPr>
            <a:lvl3pPr>
              <a:defRPr sz="1600">
                <a:solidFill>
                  <a:schemeClr val="tx1"/>
                </a:solidFill>
              </a:defRPr>
            </a:lvl3pPr>
            <a:lvl4pPr>
              <a:defRPr sz="1600">
                <a:solidFill>
                  <a:schemeClr val="tx1"/>
                </a:solidFill>
              </a:defRPr>
            </a:lvl4pPr>
            <a:lvl5pPr>
              <a:defRPr sz="1600">
                <a:solidFill>
                  <a:schemeClr val="tx1"/>
                </a:solidFill>
              </a:defRPr>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5568" y="3549918"/>
            <a:ext cx="3794760" cy="2194036"/>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Date Placeholder 8"/>
          <p:cNvSpPr>
            <a:spLocks noGrp="1"/>
          </p:cNvSpPr>
          <p:nvPr>
            <p:ph type="dt" sz="half" idx="10"/>
          </p:nvPr>
        </p:nvSpPr>
        <p:spPr/>
        <p:txBody>
          <a:bodyPr/>
          <a:lstStyle/>
          <a:p>
            <a:fld id="{D1BE4249-C0D0-4B06-8692-E8BB871AF643}" type="datetimeFigureOut">
              <a:rPr lang="en-US" dirty="0"/>
              <a:t>2/24/2026</a:t>
            </a:fld>
            <a:endParaRPr lang="en-US" dirty="0"/>
          </a:p>
        </p:txBody>
      </p:sp>
      <p:sp>
        <p:nvSpPr>
          <p:cNvPr id="10" name="Footer Placeholder 9"/>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1" name="Slide Number Placeholder 10"/>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8" name="Rectangle 17"/>
          <p:cNvSpPr/>
          <p:nvPr/>
        </p:nvSpPr>
        <p:spPr>
          <a:xfrm>
            <a:off x="0" y="0"/>
            <a:ext cx="609599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bwMode="blackWhite">
          <a:xfrm>
            <a:off x="808523" y="2243828"/>
            <a:ext cx="4494998" cy="1134640"/>
          </a:xfrm>
          <a:solidFill>
            <a:srgbClr val="FFFFFF"/>
          </a:solidFill>
          <a:ln>
            <a:solidFill>
              <a:srgbClr val="404040"/>
            </a:solidFill>
          </a:ln>
        </p:spPr>
        <p:txBody>
          <a:bodyPr anchor="ctr" anchorCtr="1">
            <a:noAutofit/>
          </a:bodyPr>
          <a:lstStyle>
            <a:lvl1pPr>
              <a:defRPr sz="2200">
                <a:solidFill>
                  <a:srgbClr val="262626"/>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6095999" y="0"/>
            <a:ext cx="6102097" cy="6858000"/>
          </a:xfrm>
          <a:solidFill>
            <a:schemeClr val="bg1">
              <a:lumMod val="75000"/>
            </a:schemeClr>
          </a:solidFill>
        </p:spPr>
        <p:txBody>
          <a:bodyPr anchor="t"/>
          <a:lstStyle>
            <a:lvl1pPr marL="0" indent="0">
              <a:buNone/>
              <a:defRPr sz="3200">
                <a:solidFill>
                  <a:schemeClr val="bg1">
                    <a:lumMod val="85000"/>
                    <a:lumOff val="1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15568" y="3549918"/>
            <a:ext cx="3794760" cy="2194037"/>
          </a:xfrm>
        </p:spPr>
        <p:txBody>
          <a:bodyPr anchor="t" anchorCtr="1">
            <a:normAutofit/>
          </a:bodyPr>
          <a:lstStyle>
            <a:lvl1pPr marL="0" indent="0" algn="ctr">
              <a:buNone/>
              <a:defRPr sz="1500">
                <a:solidFill>
                  <a:srgbClr val="FFFFFF"/>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8" name="Date Placeholder 7"/>
          <p:cNvSpPr>
            <a:spLocks noGrp="1"/>
          </p:cNvSpPr>
          <p:nvPr>
            <p:ph type="dt" sz="half" idx="10"/>
          </p:nvPr>
        </p:nvSpPr>
        <p:spPr/>
        <p:txBody>
          <a:bodyPr/>
          <a:lstStyle>
            <a:lvl1pPr>
              <a:defRPr>
                <a:solidFill>
                  <a:srgbClr val="FFFFFF"/>
                </a:solidFill>
                <a:effectLst>
                  <a:outerShdw blurRad="50800" dist="38100" dir="2700000" algn="tl" rotWithShape="0">
                    <a:prstClr val="black">
                      <a:alpha val="43000"/>
                    </a:prstClr>
                  </a:outerShdw>
                </a:effectLst>
              </a:defRPr>
            </a:lvl1pPr>
          </a:lstStyle>
          <a:p>
            <a:fld id="{042B0DB6-F5C7-45FB-8CF3-31B45F9C2DAC}" type="datetimeFigureOut">
              <a:rPr lang="en-US" dirty="0"/>
              <a:t>2/24/2026</a:t>
            </a:fld>
            <a:endParaRPr lang="en-US" dirty="0"/>
          </a:p>
        </p:txBody>
      </p:sp>
      <p:sp>
        <p:nvSpPr>
          <p:cNvPr id="9" name="Footer Placeholder 8"/>
          <p:cNvSpPr>
            <a:spLocks noGrp="1"/>
          </p:cNvSpPr>
          <p:nvPr>
            <p:ph type="ftr" sz="quarter" idx="11"/>
          </p:nvPr>
        </p:nvSpPr>
        <p:spPr>
          <a:xfrm>
            <a:off x="804672" y="6236208"/>
            <a:ext cx="5124797" cy="320040"/>
          </a:xfrm>
        </p:spPr>
        <p:txBody>
          <a:bodyPr/>
          <a:lstStyle>
            <a:lvl1pPr>
              <a:defRPr>
                <a:solidFill>
                  <a:srgbClr val="FFFFFF">
                    <a:alpha val="70000"/>
                  </a:srgbClr>
                </a:solidFill>
              </a:defRPr>
            </a:lvl1pPr>
          </a:lstStyle>
          <a:p>
            <a:endParaRPr lang="en-US" dirty="0"/>
          </a:p>
        </p:txBody>
      </p:sp>
      <p:sp>
        <p:nvSpPr>
          <p:cNvPr id="10" name="Slide Number Placeholder 9"/>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F9C37B-1D36-470B-8223-D6C91242EC14}" type="datetimeFigureOut">
              <a:rPr lang="en-US" dirty="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53112" y="937260"/>
            <a:ext cx="1298608" cy="498348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231136" y="937260"/>
            <a:ext cx="6198489" cy="498348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7C6F52A-A82B-47A2-A83A-8C4C91F2D59F}" type="datetimeFigureOut">
              <a:rPr lang="en-US" dirty="0"/>
              <a:t>2/24/2026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A7A6979-0714-4377-B894-6BE4C2D6E202}"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231136" y="964692"/>
            <a:ext cx="7729728"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231136" y="2638044"/>
            <a:ext cx="7729728"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821429" y="6238816"/>
            <a:ext cx="2753746" cy="323968"/>
          </a:xfrm>
          <a:prstGeom prst="rect">
            <a:avLst/>
          </a:prstGeom>
        </p:spPr>
        <p:txBody>
          <a:bodyPr vert="horz" lIns="91440" tIns="45720" rIns="91440" bIns="45720" rtlCol="0" anchor="ctr"/>
          <a:lstStyle>
            <a:lvl1pPr algn="r">
              <a:defRPr sz="1050">
                <a:solidFill>
                  <a:schemeClr val="tx1">
                    <a:alpha val="70000"/>
                  </a:schemeClr>
                </a:solidFill>
              </a:defRPr>
            </a:lvl1pPr>
          </a:lstStyle>
          <a:p>
            <a:fld id="{1160EA64-D806-43AC-9DF2-F8C432F32B4C}" type="datetimeFigureOut">
              <a:rPr lang="en-US" dirty="0"/>
              <a:t>2/24/2026</a:t>
            </a:fld>
            <a:endParaRPr lang="en-US" dirty="0"/>
          </a:p>
        </p:txBody>
      </p:sp>
      <p:sp>
        <p:nvSpPr>
          <p:cNvPr id="5" name="Footer Placeholder 4"/>
          <p:cNvSpPr>
            <a:spLocks noGrp="1"/>
          </p:cNvSpPr>
          <p:nvPr>
            <p:ph type="ftr" sz="quarter" idx="3"/>
          </p:nvPr>
        </p:nvSpPr>
        <p:spPr>
          <a:xfrm>
            <a:off x="1600200" y="6236208"/>
            <a:ext cx="5901189" cy="320040"/>
          </a:xfrm>
          <a:prstGeom prst="rect">
            <a:avLst/>
          </a:prstGeom>
        </p:spPr>
        <p:txBody>
          <a:bodyPr vert="horz" lIns="91440" tIns="45720" rIns="91440" bIns="45720" rtlCol="0" anchor="ctr"/>
          <a:lstStyle>
            <a:lvl1pPr algn="l">
              <a:defRPr sz="1050">
                <a:solidFill>
                  <a:schemeClr val="tx1">
                    <a:alpha val="70000"/>
                  </a:schemeClr>
                </a:solidFill>
              </a:defRPr>
            </a:lvl1pPr>
          </a:lstStyle>
          <a:p>
            <a:endParaRPr lang="en-US" dirty="0"/>
          </a:p>
        </p:txBody>
      </p:sp>
      <p:sp>
        <p:nvSpPr>
          <p:cNvPr id="6" name="Slide Number Placeholder 5"/>
          <p:cNvSpPr>
            <a:spLocks noGrp="1"/>
          </p:cNvSpPr>
          <p:nvPr>
            <p:ph type="sldNum" sz="quarter" idx="4"/>
          </p:nvPr>
        </p:nvSpPr>
        <p:spPr>
          <a:xfrm>
            <a:off x="10758922" y="6217920"/>
            <a:ext cx="365760" cy="365760"/>
          </a:xfrm>
          <a:prstGeom prst="ellipse">
            <a:avLst/>
          </a:prstGeom>
          <a:solidFill>
            <a:srgbClr val="1D1D1D">
              <a:alpha val="70000"/>
            </a:srgbClr>
          </a:solidFill>
        </p:spPr>
        <p:txBody>
          <a:bodyPr vert="horz" lIns="18288" tIns="45720" rIns="18288" bIns="45720" rtlCol="0" anchor="ctr">
            <a:noAutofit/>
          </a:bodyPr>
          <a:lstStyle>
            <a:lvl1pPr algn="ctr">
              <a:defRPr sz="1100" spc="0" baseline="0">
                <a:solidFill>
                  <a:srgbClr val="FFFFFF"/>
                </a:solidFill>
              </a:defRPr>
            </a:lvl1pPr>
          </a:lstStyle>
          <a:p>
            <a:fld id="{8A7A6979-0714-4377-B894-6BE4C2D6E202}"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Lst>
  <p:hf sldNum="0" hdr="0" ftr="0" dt="0"/>
  <p:txStyles>
    <p:titleStyle>
      <a:lvl1pPr algn="ctr" defTabSz="914400" rtl="0" eaLnBrk="1" latinLnBrk="0" hangingPunct="1">
        <a:lnSpc>
          <a:spcPct val="90000"/>
        </a:lnSpc>
        <a:spcBef>
          <a:spcPct val="0"/>
        </a:spcBef>
        <a:buNone/>
        <a:defRPr sz="2800" kern="1200" cap="all" spc="200" baseline="0">
          <a:solidFill>
            <a:srgbClr val="262626"/>
          </a:solidFill>
          <a:latin typeface="+mj-lt"/>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800" kern="1200">
          <a:solidFill>
            <a:schemeClr val="tx1">
              <a:lumMod val="85000"/>
              <a:lumOff val="15000"/>
            </a:schemeClr>
          </a:solidFill>
          <a:latin typeface="+mn-lt"/>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lumMod val="85000"/>
              <a:lumOff val="15000"/>
            </a:schemeClr>
          </a:solidFill>
          <a:latin typeface="+mn-lt"/>
          <a:ea typeface="+mn-ea"/>
          <a:cs typeface="+mn-cs"/>
        </a:defRPr>
      </a:lvl5pPr>
      <a:lvl6pPr marL="131286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4313"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82775"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5.xml"/><Relationship Id="rId2" Type="http://schemas.openxmlformats.org/officeDocument/2006/relationships/diagramData" Target="../diagrams/data5.xml"/><Relationship Id="rId1" Type="http://schemas.openxmlformats.org/officeDocument/2006/relationships/slideLayout" Target="../slideLayouts/slideLayout2.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hyperlink" Target="https://colab.research.google.com/drive/1iB6kreDfuQN36AHMxJaA_12tMdcBIm32#scrollTo=df1feb0f" TargetMode="Externa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Digital business graph and charts">
            <a:extLst>
              <a:ext uri="{FF2B5EF4-FFF2-40B4-BE49-F238E27FC236}">
                <a16:creationId xmlns:a16="http://schemas.microsoft.com/office/drawing/2014/main" id="{2E8CB7DB-61C6-6BBE-5B66-38B802E7DDD4}"/>
              </a:ext>
            </a:extLst>
          </p:cNvPr>
          <p:cNvPicPr>
            <a:picLocks noChangeAspect="1"/>
          </p:cNvPicPr>
          <p:nvPr/>
        </p:nvPicPr>
        <p:blipFill>
          <a:blip r:embed="rId2">
            <a:alphaModFix amt="40000"/>
          </a:blip>
          <a:srcRect l="13562" r="1549" b="1"/>
          <a:stretch/>
        </p:blipFill>
        <p:spPr>
          <a:xfrm>
            <a:off x="20" y="10"/>
            <a:ext cx="12191980" cy="6857990"/>
          </a:xfrm>
          <a:prstGeom prst="rect">
            <a:avLst/>
          </a:prstGeom>
        </p:spPr>
      </p:pic>
      <p:sp>
        <p:nvSpPr>
          <p:cNvPr id="2" name="Title 1">
            <a:extLst>
              <a:ext uri="{FF2B5EF4-FFF2-40B4-BE49-F238E27FC236}">
                <a16:creationId xmlns:a16="http://schemas.microsoft.com/office/drawing/2014/main" id="{A474B92D-EEB0-9AF9-0984-49291E576018}"/>
              </a:ext>
            </a:extLst>
          </p:cNvPr>
          <p:cNvSpPr>
            <a:spLocks noGrp="1"/>
          </p:cNvSpPr>
          <p:nvPr>
            <p:ph type="ctrTitle"/>
          </p:nvPr>
        </p:nvSpPr>
        <p:spPr>
          <a:xfrm>
            <a:off x="2231136" y="964692"/>
            <a:ext cx="7729728" cy="1188720"/>
          </a:xfrm>
          <a:noFill/>
          <a:ln>
            <a:solidFill>
              <a:schemeClr val="tx1"/>
            </a:solidFill>
          </a:ln>
        </p:spPr>
        <p:txBody>
          <a:bodyPr vert="horz" lIns="182880" tIns="182880" rIns="182880" bIns="182880" rtlCol="0" anchor="ctr">
            <a:normAutofit/>
          </a:bodyPr>
          <a:lstStyle/>
          <a:p>
            <a:r>
              <a:rPr lang="en-US" sz="2800">
                <a:solidFill>
                  <a:schemeClr val="tx1"/>
                </a:solidFill>
              </a:rPr>
              <a:t>Global Economic Trends Analysis Using World Bank Data</a:t>
            </a:r>
          </a:p>
        </p:txBody>
      </p:sp>
      <p:sp>
        <p:nvSpPr>
          <p:cNvPr id="3" name="Subtitle 2">
            <a:extLst>
              <a:ext uri="{FF2B5EF4-FFF2-40B4-BE49-F238E27FC236}">
                <a16:creationId xmlns:a16="http://schemas.microsoft.com/office/drawing/2014/main" id="{8DC17B37-527E-1B3B-39D8-990AF3BA1072}"/>
              </a:ext>
            </a:extLst>
          </p:cNvPr>
          <p:cNvSpPr>
            <a:spLocks noGrp="1"/>
          </p:cNvSpPr>
          <p:nvPr>
            <p:ph type="subTitle" idx="1"/>
          </p:nvPr>
        </p:nvSpPr>
        <p:spPr>
          <a:xfrm>
            <a:off x="2231136" y="2638044"/>
            <a:ext cx="7729728" cy="3101983"/>
          </a:xfrm>
        </p:spPr>
        <p:txBody>
          <a:bodyPr vert="horz" lIns="91440" tIns="45720" rIns="91440" bIns="45720" rtlCol="0">
            <a:normAutofit/>
          </a:bodyPr>
          <a:lstStyle/>
          <a:p>
            <a:pPr indent="-228600" algn="l">
              <a:buFont typeface="Arial" panose="020B0604020202020204" pitchFamily="34" charset="0"/>
              <a:buChar char="•"/>
            </a:pPr>
            <a:r>
              <a:rPr lang="en-US" b="0" i="0">
                <a:solidFill>
                  <a:schemeClr val="tx1">
                    <a:lumMod val="85000"/>
                    <a:lumOff val="15000"/>
                  </a:schemeClr>
                </a:solidFill>
                <a:effectLst/>
              </a:rPr>
              <a:t>CSIT 553 Exploratory Data Analysis and Visualization</a:t>
            </a:r>
          </a:p>
          <a:p>
            <a:pPr indent="-228600" algn="l">
              <a:buFont typeface="Arial" panose="020B0604020202020204" pitchFamily="34" charset="0"/>
              <a:buChar char="•"/>
            </a:pPr>
            <a:r>
              <a:rPr lang="en-US">
                <a:solidFill>
                  <a:schemeClr val="tx1">
                    <a:lumMod val="85000"/>
                    <a:lumOff val="15000"/>
                  </a:schemeClr>
                </a:solidFill>
              </a:rPr>
              <a:t>J</a:t>
            </a:r>
            <a:r>
              <a:rPr lang="en-US" b="0" i="0">
                <a:solidFill>
                  <a:schemeClr val="tx1">
                    <a:lumMod val="85000"/>
                    <a:lumOff val="15000"/>
                  </a:schemeClr>
                </a:solidFill>
                <a:effectLst/>
              </a:rPr>
              <a:t>oana Dervishaj</a:t>
            </a:r>
          </a:p>
          <a:p>
            <a:pPr indent="-228600" algn="l">
              <a:buFont typeface="Arial" panose="020B0604020202020204" pitchFamily="34" charset="0"/>
              <a:buChar char="•"/>
            </a:pPr>
            <a:r>
              <a:rPr lang="en-US" b="0" i="0">
                <a:solidFill>
                  <a:schemeClr val="tx1">
                    <a:lumMod val="85000"/>
                    <a:lumOff val="15000"/>
                  </a:schemeClr>
                </a:solidFill>
                <a:effectLst/>
              </a:rPr>
              <a:t>Vinayak Vemula</a:t>
            </a:r>
          </a:p>
          <a:p>
            <a:pPr indent="-228600" algn="l">
              <a:buFont typeface="Arial" panose="020B0604020202020204" pitchFamily="34" charset="0"/>
              <a:buChar char="•"/>
            </a:pPr>
            <a:r>
              <a:rPr lang="en-US">
                <a:solidFill>
                  <a:schemeClr val="tx1">
                    <a:lumMod val="85000"/>
                    <a:lumOff val="15000"/>
                  </a:schemeClr>
                </a:solidFill>
              </a:rPr>
              <a:t>Vishwanath Bhupathi</a:t>
            </a:r>
            <a:endParaRPr lang="en-US" b="0" i="0">
              <a:solidFill>
                <a:schemeClr val="tx1">
                  <a:lumMod val="85000"/>
                  <a:lumOff val="15000"/>
                </a:schemeClr>
              </a:solidFill>
              <a:effectLst/>
            </a:endParaRPr>
          </a:p>
          <a:p>
            <a:pPr indent="-228600" algn="l">
              <a:buFont typeface="Arial" panose="020B0604020202020204" pitchFamily="34" charset="0"/>
              <a:buChar char="•"/>
            </a:pPr>
            <a:r>
              <a:rPr lang="en-US">
                <a:solidFill>
                  <a:schemeClr val="tx1">
                    <a:lumMod val="85000"/>
                    <a:lumOff val="15000"/>
                  </a:schemeClr>
                </a:solidFill>
              </a:rPr>
              <a:t>Lam Nguyen</a:t>
            </a:r>
            <a:endParaRPr lang="en-US" b="0" i="0">
              <a:solidFill>
                <a:schemeClr val="tx1">
                  <a:lumMod val="85000"/>
                  <a:lumOff val="15000"/>
                </a:schemeClr>
              </a:solidFill>
              <a:effectLst/>
            </a:endParaRPr>
          </a:p>
        </p:txBody>
      </p:sp>
    </p:spTree>
    <p:extLst>
      <p:ext uri="{BB962C8B-B14F-4D97-AF65-F5344CB8AC3E}">
        <p14:creationId xmlns:p14="http://schemas.microsoft.com/office/powerpoint/2010/main" val="1804065635"/>
      </p:ext>
    </p:extLst>
  </p:cSld>
  <p:clrMapOvr>
    <a:overrideClrMapping bg1="lt1" tx1="dk1" bg2="lt2" tx2="dk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505C8D-793E-5CB2-91BD-F245C5607646}"/>
              </a:ext>
            </a:extLst>
          </p:cNvPr>
          <p:cNvSpPr>
            <a:spLocks noGrp="1"/>
          </p:cNvSpPr>
          <p:nvPr>
            <p:ph type="title"/>
          </p:nvPr>
        </p:nvSpPr>
        <p:spPr>
          <a:xfrm>
            <a:off x="2231136" y="467418"/>
            <a:ext cx="7729728" cy="1188720"/>
          </a:xfrm>
          <a:solidFill>
            <a:srgbClr val="FFFFFF"/>
          </a:solidFill>
        </p:spPr>
        <p:txBody>
          <a:bodyPr>
            <a:normAutofit/>
          </a:bodyPr>
          <a:lstStyle/>
          <a:p>
            <a:r>
              <a:rPr lang="en-US" dirty="0"/>
              <a:t>Project Description</a:t>
            </a:r>
            <a:endParaRPr lang="en-IN" dirty="0"/>
          </a:p>
        </p:txBody>
      </p:sp>
      <p:sp>
        <p:nvSpPr>
          <p:cNvPr id="3" name="Content Placeholder 2">
            <a:extLst>
              <a:ext uri="{FF2B5EF4-FFF2-40B4-BE49-F238E27FC236}">
                <a16:creationId xmlns:a16="http://schemas.microsoft.com/office/drawing/2014/main" id="{3D8D1AAC-42FC-1BAA-7ECA-A99174ADEFCB}"/>
              </a:ext>
            </a:extLst>
          </p:cNvPr>
          <p:cNvSpPr>
            <a:spLocks noGrp="1"/>
          </p:cNvSpPr>
          <p:nvPr>
            <p:ph idx="1"/>
          </p:nvPr>
        </p:nvSpPr>
        <p:spPr>
          <a:xfrm>
            <a:off x="1706062" y="2291262"/>
            <a:ext cx="8779512" cy="2879256"/>
          </a:xfrm>
        </p:spPr>
        <p:txBody>
          <a:bodyPr>
            <a:normAutofit/>
          </a:bodyPr>
          <a:lstStyle/>
          <a:p>
            <a:r>
              <a:rPr lang="en-US">
                <a:solidFill>
                  <a:srgbClr val="404040"/>
                </a:solidFill>
              </a:rPr>
              <a:t>This project analyzes the Special Data Dissemination Standard (SDDS) dataset from the International Monetary Fund (IMF), focusing on reporting delays across various countries.</a:t>
            </a:r>
          </a:p>
          <a:p>
            <a:r>
              <a:rPr lang="en-US">
                <a:solidFill>
                  <a:srgbClr val="404040"/>
                </a:solidFill>
              </a:rPr>
              <a:t>SDDS is a framework ensuring countries report economic and financial data in a timely and transparent manner.</a:t>
            </a:r>
            <a:endParaRPr lang="en-IN">
              <a:solidFill>
                <a:srgbClr val="404040"/>
              </a:solidFill>
            </a:endParaRPr>
          </a:p>
        </p:txBody>
      </p:sp>
    </p:spTree>
    <p:extLst>
      <p:ext uri="{BB962C8B-B14F-4D97-AF65-F5344CB8AC3E}">
        <p14:creationId xmlns:p14="http://schemas.microsoft.com/office/powerpoint/2010/main" val="38834456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866FF9-A729-45F0-A163-10E89E871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382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E505C8D-793E-5CB2-91BD-F245C5607646}"/>
              </a:ext>
            </a:extLst>
          </p:cNvPr>
          <p:cNvSpPr>
            <a:spLocks noGrp="1"/>
          </p:cNvSpPr>
          <p:nvPr>
            <p:ph type="title"/>
          </p:nvPr>
        </p:nvSpPr>
        <p:spPr>
          <a:xfrm>
            <a:off x="640080" y="2681105"/>
            <a:ext cx="3401568" cy="1495794"/>
          </a:xfrm>
          <a:solidFill>
            <a:srgbClr val="FFFFFF"/>
          </a:solidFill>
          <a:ln>
            <a:solidFill>
              <a:srgbClr val="262626"/>
            </a:solidFill>
          </a:ln>
        </p:spPr>
        <p:txBody>
          <a:bodyPr>
            <a:normAutofit/>
          </a:bodyPr>
          <a:lstStyle/>
          <a:p>
            <a:r>
              <a:rPr lang="en-IN" dirty="0"/>
              <a:t>Project objective</a:t>
            </a:r>
          </a:p>
        </p:txBody>
      </p:sp>
      <p:sp useBgFill="1">
        <p:nvSpPr>
          <p:cNvPr id="11" name="Rectangle 10">
            <a:extLst>
              <a:ext uri="{FF2B5EF4-FFF2-40B4-BE49-F238E27FC236}">
                <a16:creationId xmlns:a16="http://schemas.microsoft.com/office/drawing/2014/main" id="{A804366F-2366-4688-98E7-B101C7BC61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3278" y="0"/>
            <a:ext cx="7438722"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1989D418-EA8A-DE7C-B770-06889C224707}"/>
              </a:ext>
            </a:extLst>
          </p:cNvPr>
          <p:cNvGraphicFramePr>
            <a:graphicFrameLocks noGrp="1"/>
          </p:cNvGraphicFramePr>
          <p:nvPr>
            <p:ph idx="1"/>
            <p:extLst>
              <p:ext uri="{D42A27DB-BD31-4B8C-83A1-F6EECF244321}">
                <p14:modId xmlns:p14="http://schemas.microsoft.com/office/powerpoint/2010/main" val="1765435791"/>
              </p:ext>
            </p:extLst>
          </p:nvPr>
        </p:nvGraphicFramePr>
        <p:xfrm>
          <a:off x="5397500" y="639763"/>
          <a:ext cx="6151563" cy="5276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3531574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866FF9-A729-45F0-A163-10E89E871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382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D7C3F3-ADE4-912F-32FC-DCFBBE222FB1}"/>
              </a:ext>
            </a:extLst>
          </p:cNvPr>
          <p:cNvSpPr>
            <a:spLocks noGrp="1"/>
          </p:cNvSpPr>
          <p:nvPr>
            <p:ph type="title"/>
          </p:nvPr>
        </p:nvSpPr>
        <p:spPr>
          <a:xfrm>
            <a:off x="640080" y="2681105"/>
            <a:ext cx="3401568" cy="1495794"/>
          </a:xfrm>
          <a:solidFill>
            <a:srgbClr val="FFFFFF"/>
          </a:solidFill>
          <a:ln>
            <a:solidFill>
              <a:srgbClr val="262626"/>
            </a:solidFill>
          </a:ln>
        </p:spPr>
        <p:txBody>
          <a:bodyPr>
            <a:normAutofit/>
          </a:bodyPr>
          <a:lstStyle/>
          <a:p>
            <a:r>
              <a:rPr lang="en-US" dirty="0"/>
              <a:t>DATASET DESCRIPTION</a:t>
            </a:r>
            <a:endParaRPr lang="en-IN" dirty="0"/>
          </a:p>
        </p:txBody>
      </p:sp>
      <p:sp useBgFill="1">
        <p:nvSpPr>
          <p:cNvPr id="11" name="Rectangle 10">
            <a:extLst>
              <a:ext uri="{FF2B5EF4-FFF2-40B4-BE49-F238E27FC236}">
                <a16:creationId xmlns:a16="http://schemas.microsoft.com/office/drawing/2014/main" id="{A804366F-2366-4688-98E7-B101C7BC61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3278" y="0"/>
            <a:ext cx="7438722"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33F35534-FD96-4B74-67B2-C6B2AD1C8689}"/>
              </a:ext>
            </a:extLst>
          </p:cNvPr>
          <p:cNvGraphicFramePr>
            <a:graphicFrameLocks noGrp="1"/>
          </p:cNvGraphicFramePr>
          <p:nvPr>
            <p:ph idx="1"/>
            <p:extLst>
              <p:ext uri="{D42A27DB-BD31-4B8C-83A1-F6EECF244321}">
                <p14:modId xmlns:p14="http://schemas.microsoft.com/office/powerpoint/2010/main" val="6608044"/>
              </p:ext>
            </p:extLst>
          </p:nvPr>
        </p:nvGraphicFramePr>
        <p:xfrm>
          <a:off x="5397500" y="639763"/>
          <a:ext cx="6151563" cy="5276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111411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D7C3F3-ADE4-912F-32FC-DCFBBE222FB1}"/>
              </a:ext>
            </a:extLst>
          </p:cNvPr>
          <p:cNvSpPr>
            <a:spLocks noGrp="1"/>
          </p:cNvSpPr>
          <p:nvPr>
            <p:ph type="title"/>
          </p:nvPr>
        </p:nvSpPr>
        <p:spPr>
          <a:xfrm>
            <a:off x="2081667" y="982278"/>
            <a:ext cx="7729728" cy="600338"/>
          </a:xfrm>
        </p:spPr>
        <p:txBody>
          <a:bodyPr>
            <a:normAutofit fontScale="90000"/>
          </a:bodyPr>
          <a:lstStyle/>
          <a:p>
            <a:r>
              <a:rPr lang="en-US" dirty="0"/>
              <a:t>DATASET Content</a:t>
            </a:r>
            <a:endParaRPr lang="en-IN" dirty="0"/>
          </a:p>
        </p:txBody>
      </p:sp>
      <p:sp>
        <p:nvSpPr>
          <p:cNvPr id="3" name="Content Placeholder 2">
            <a:extLst>
              <a:ext uri="{FF2B5EF4-FFF2-40B4-BE49-F238E27FC236}">
                <a16:creationId xmlns:a16="http://schemas.microsoft.com/office/drawing/2014/main" id="{5ADE7FFD-B7EF-808B-86C2-3D7BBD1E4D6C}"/>
              </a:ext>
            </a:extLst>
          </p:cNvPr>
          <p:cNvSpPr>
            <a:spLocks noGrp="1"/>
          </p:cNvSpPr>
          <p:nvPr>
            <p:ph idx="1"/>
          </p:nvPr>
        </p:nvSpPr>
        <p:spPr>
          <a:xfrm>
            <a:off x="2231136" y="1776046"/>
            <a:ext cx="7729728" cy="4484077"/>
          </a:xfrm>
        </p:spPr>
        <p:txBody>
          <a:bodyPr>
            <a:normAutofit/>
          </a:bodyPr>
          <a:lstStyle/>
          <a:p>
            <a:pPr marL="0" indent="0">
              <a:buNone/>
            </a:pPr>
            <a:r>
              <a:rPr lang="en-US" dirty="0"/>
              <a:t>The first ten rows of dataset:</a:t>
            </a:r>
          </a:p>
          <a:p>
            <a:pPr marL="0" indent="0">
              <a:buNone/>
            </a:pPr>
            <a:endParaRPr lang="en-US" dirty="0"/>
          </a:p>
        </p:txBody>
      </p:sp>
      <p:pic>
        <p:nvPicPr>
          <p:cNvPr id="614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72761" y="2327274"/>
            <a:ext cx="8995263" cy="402956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6582925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866FF9-A729-45F0-A163-10E89E871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382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1D7C3F3-ADE4-912F-32FC-DCFBBE222FB1}"/>
              </a:ext>
            </a:extLst>
          </p:cNvPr>
          <p:cNvSpPr>
            <a:spLocks noGrp="1"/>
          </p:cNvSpPr>
          <p:nvPr>
            <p:ph type="title"/>
          </p:nvPr>
        </p:nvSpPr>
        <p:spPr>
          <a:xfrm>
            <a:off x="640080" y="2681105"/>
            <a:ext cx="3401568" cy="1495794"/>
          </a:xfrm>
          <a:solidFill>
            <a:srgbClr val="FFFFFF"/>
          </a:solidFill>
          <a:ln>
            <a:solidFill>
              <a:srgbClr val="262626"/>
            </a:solidFill>
          </a:ln>
        </p:spPr>
        <p:txBody>
          <a:bodyPr>
            <a:normAutofit/>
          </a:bodyPr>
          <a:lstStyle/>
          <a:p>
            <a:r>
              <a:rPr lang="en-US" dirty="0"/>
              <a:t>DATASET Content</a:t>
            </a:r>
            <a:endParaRPr lang="en-IN" dirty="0"/>
          </a:p>
        </p:txBody>
      </p:sp>
      <p:sp useBgFill="1">
        <p:nvSpPr>
          <p:cNvPr id="11" name="Rectangle 10">
            <a:extLst>
              <a:ext uri="{FF2B5EF4-FFF2-40B4-BE49-F238E27FC236}">
                <a16:creationId xmlns:a16="http://schemas.microsoft.com/office/drawing/2014/main" id="{A804366F-2366-4688-98E7-B101C7BC61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3278" y="0"/>
            <a:ext cx="7438722"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EB507FF3-9EDF-34D7-6005-71BAA679AF06}"/>
              </a:ext>
            </a:extLst>
          </p:cNvPr>
          <p:cNvGraphicFramePr>
            <a:graphicFrameLocks noGrp="1"/>
          </p:cNvGraphicFramePr>
          <p:nvPr>
            <p:ph idx="1"/>
            <p:extLst>
              <p:ext uri="{D42A27DB-BD31-4B8C-83A1-F6EECF244321}">
                <p14:modId xmlns:p14="http://schemas.microsoft.com/office/powerpoint/2010/main" val="1396603036"/>
              </p:ext>
            </p:extLst>
          </p:nvPr>
        </p:nvGraphicFramePr>
        <p:xfrm>
          <a:off x="5397500" y="639763"/>
          <a:ext cx="6151563" cy="5276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2499503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866FF9-A729-45F0-A163-10E89E871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382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2E23B04-2ACF-3202-033B-70B4EF8149D9}"/>
              </a:ext>
            </a:extLst>
          </p:cNvPr>
          <p:cNvSpPr>
            <a:spLocks noGrp="1"/>
          </p:cNvSpPr>
          <p:nvPr>
            <p:ph type="title"/>
          </p:nvPr>
        </p:nvSpPr>
        <p:spPr>
          <a:xfrm>
            <a:off x="640080" y="2681105"/>
            <a:ext cx="3401568" cy="1495794"/>
          </a:xfrm>
          <a:solidFill>
            <a:srgbClr val="FFFFFF"/>
          </a:solidFill>
          <a:ln>
            <a:solidFill>
              <a:srgbClr val="262626"/>
            </a:solidFill>
          </a:ln>
        </p:spPr>
        <p:txBody>
          <a:bodyPr>
            <a:normAutofit/>
          </a:bodyPr>
          <a:lstStyle/>
          <a:p>
            <a:r>
              <a:rPr lang="en-US" dirty="0"/>
              <a:t>KEY FOCUS OF PROJECT</a:t>
            </a:r>
            <a:endParaRPr lang="en-IN" dirty="0"/>
          </a:p>
        </p:txBody>
      </p:sp>
      <p:sp useBgFill="1">
        <p:nvSpPr>
          <p:cNvPr id="11" name="Rectangle 10">
            <a:extLst>
              <a:ext uri="{FF2B5EF4-FFF2-40B4-BE49-F238E27FC236}">
                <a16:creationId xmlns:a16="http://schemas.microsoft.com/office/drawing/2014/main" id="{A804366F-2366-4688-98E7-B101C7BC61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3278" y="0"/>
            <a:ext cx="7438722"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8F174083-0043-41A8-08D1-E21FC4154B87}"/>
              </a:ext>
            </a:extLst>
          </p:cNvPr>
          <p:cNvGraphicFramePr>
            <a:graphicFrameLocks noGrp="1"/>
          </p:cNvGraphicFramePr>
          <p:nvPr>
            <p:ph idx="1"/>
            <p:extLst>
              <p:ext uri="{D42A27DB-BD31-4B8C-83A1-F6EECF244321}">
                <p14:modId xmlns:p14="http://schemas.microsoft.com/office/powerpoint/2010/main" val="3684434736"/>
              </p:ext>
            </p:extLst>
          </p:nvPr>
        </p:nvGraphicFramePr>
        <p:xfrm>
          <a:off x="5397500" y="639763"/>
          <a:ext cx="6151563" cy="5276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2230503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86F210-71ED-0FF5-5B19-C080F47F8E6E}"/>
              </a:ext>
            </a:extLst>
          </p:cNvPr>
          <p:cNvSpPr>
            <a:spLocks noGrp="1"/>
          </p:cNvSpPr>
          <p:nvPr>
            <p:ph type="title"/>
          </p:nvPr>
        </p:nvSpPr>
        <p:spPr>
          <a:xfrm>
            <a:off x="1975498" y="305930"/>
            <a:ext cx="7729728" cy="784977"/>
          </a:xfrm>
        </p:spPr>
        <p:txBody>
          <a:bodyPr/>
          <a:lstStyle/>
          <a:p>
            <a:r>
              <a:rPr lang="en-US" dirty="0"/>
              <a:t>exploratory DATA ANALYSIS</a:t>
            </a:r>
            <a:endParaRPr lang="en-IN" dirty="0"/>
          </a:p>
        </p:txBody>
      </p:sp>
      <p:sp>
        <p:nvSpPr>
          <p:cNvPr id="3" name="Content Placeholder 2">
            <a:extLst>
              <a:ext uri="{FF2B5EF4-FFF2-40B4-BE49-F238E27FC236}">
                <a16:creationId xmlns:a16="http://schemas.microsoft.com/office/drawing/2014/main" id="{4B1CC3A8-BAFD-0697-6ECC-A3B6CC324C5B}"/>
              </a:ext>
            </a:extLst>
          </p:cNvPr>
          <p:cNvSpPr>
            <a:spLocks noGrp="1"/>
          </p:cNvSpPr>
          <p:nvPr>
            <p:ph idx="1"/>
          </p:nvPr>
        </p:nvSpPr>
        <p:spPr>
          <a:xfrm>
            <a:off x="87703" y="1182422"/>
            <a:ext cx="5713329" cy="5523177"/>
          </a:xfrm>
        </p:spPr>
        <p:txBody>
          <a:bodyPr>
            <a:normAutofit/>
          </a:bodyPr>
          <a:lstStyle/>
          <a:p>
            <a:pPr marL="0" indent="0">
              <a:buNone/>
            </a:pPr>
            <a:endParaRPr lang="en-US" dirty="0"/>
          </a:p>
          <a:p>
            <a:pPr marL="0" indent="0">
              <a:buNone/>
            </a:pPr>
            <a:r>
              <a:rPr lang="en-US" dirty="0"/>
              <a:t>The exploratory data analysis</a:t>
            </a:r>
          </a:p>
          <a:p>
            <a:pPr marL="0" indent="0">
              <a:buNone/>
            </a:pPr>
            <a:r>
              <a:rPr lang="en-US" dirty="0"/>
              <a:t> (EDA) involved :</a:t>
            </a:r>
          </a:p>
          <a:p>
            <a:r>
              <a:rPr lang="en-US" dirty="0"/>
              <a:t>Data Loading : loading a dataset from the World Bank,</a:t>
            </a:r>
          </a:p>
          <a:p>
            <a:r>
              <a:rPr lang="en-US" dirty="0"/>
              <a:t>Data Cleaning : steps such as renaming columns, removing empty columns, and converting data types for consistency., Handle Missing dates were filled with the earliest available date, and 'x' indicators were transformed into Boolean values for easier analysis. </a:t>
            </a:r>
          </a:p>
          <a:p>
            <a:r>
              <a:rPr lang="en-US" dirty="0"/>
              <a:t>Data Analysis using descriptive statistics: Descriptive statistics were calculated to summarize numeric data, and categorical analysis revealed the number of unique countries in the dataset. </a:t>
            </a:r>
          </a:p>
          <a:p>
            <a:r>
              <a:rPr lang="en-US" dirty="0"/>
              <a:t>Data wrangling techniques were applied to calculate reporting delays, and data aggregation summarized the number of reported tables by country. </a:t>
            </a:r>
          </a:p>
          <a:p>
            <a:pPr marL="0" indent="0">
              <a:buNone/>
            </a:pPr>
            <a:endParaRPr lang="en-IN" dirty="0"/>
          </a:p>
        </p:txBody>
      </p:sp>
      <p:pic>
        <p:nvPicPr>
          <p:cNvPr id="5" name="Picture 4">
            <a:extLst>
              <a:ext uri="{FF2B5EF4-FFF2-40B4-BE49-F238E27FC236}">
                <a16:creationId xmlns:a16="http://schemas.microsoft.com/office/drawing/2014/main" id="{40F455D6-8602-164B-5A31-AA8C40A9ED5E}"/>
              </a:ext>
            </a:extLst>
          </p:cNvPr>
          <p:cNvPicPr>
            <a:picLocks noChangeAspect="1"/>
          </p:cNvPicPr>
          <p:nvPr/>
        </p:nvPicPr>
        <p:blipFill>
          <a:blip r:embed="rId2"/>
          <a:stretch>
            <a:fillRect/>
          </a:stretch>
        </p:blipFill>
        <p:spPr>
          <a:xfrm>
            <a:off x="2894302" y="1583160"/>
            <a:ext cx="9297698" cy="647790"/>
          </a:xfrm>
          <a:prstGeom prst="rect">
            <a:avLst/>
          </a:prstGeom>
        </p:spPr>
      </p:pic>
      <p:pic>
        <p:nvPicPr>
          <p:cNvPr id="7" name="Picture 6">
            <a:extLst>
              <a:ext uri="{FF2B5EF4-FFF2-40B4-BE49-F238E27FC236}">
                <a16:creationId xmlns:a16="http://schemas.microsoft.com/office/drawing/2014/main" id="{D548B778-AD13-D869-E527-8CEEE71A43AD}"/>
              </a:ext>
            </a:extLst>
          </p:cNvPr>
          <p:cNvPicPr>
            <a:picLocks noChangeAspect="1"/>
          </p:cNvPicPr>
          <p:nvPr/>
        </p:nvPicPr>
        <p:blipFill>
          <a:blip r:embed="rId3"/>
          <a:stretch>
            <a:fillRect/>
          </a:stretch>
        </p:blipFill>
        <p:spPr>
          <a:xfrm>
            <a:off x="5672567" y="2104181"/>
            <a:ext cx="4858428" cy="1076475"/>
          </a:xfrm>
          <a:prstGeom prst="rect">
            <a:avLst/>
          </a:prstGeom>
        </p:spPr>
      </p:pic>
      <p:pic>
        <p:nvPicPr>
          <p:cNvPr id="11" name="Picture 10">
            <a:extLst>
              <a:ext uri="{FF2B5EF4-FFF2-40B4-BE49-F238E27FC236}">
                <a16:creationId xmlns:a16="http://schemas.microsoft.com/office/drawing/2014/main" id="{33D77B8E-ADA4-CBFC-0C0A-FC009BF9BA2B}"/>
              </a:ext>
            </a:extLst>
          </p:cNvPr>
          <p:cNvPicPr>
            <a:picLocks noChangeAspect="1"/>
          </p:cNvPicPr>
          <p:nvPr/>
        </p:nvPicPr>
        <p:blipFill>
          <a:blip r:embed="rId4"/>
          <a:stretch>
            <a:fillRect/>
          </a:stretch>
        </p:blipFill>
        <p:spPr>
          <a:xfrm>
            <a:off x="5459241" y="4352595"/>
            <a:ext cx="5611008" cy="828791"/>
          </a:xfrm>
          <a:prstGeom prst="rect">
            <a:avLst/>
          </a:prstGeom>
        </p:spPr>
      </p:pic>
      <p:pic>
        <p:nvPicPr>
          <p:cNvPr id="13" name="Picture 12">
            <a:extLst>
              <a:ext uri="{FF2B5EF4-FFF2-40B4-BE49-F238E27FC236}">
                <a16:creationId xmlns:a16="http://schemas.microsoft.com/office/drawing/2014/main" id="{AB81CED3-F768-F9BE-C5A5-2436513BC79A}"/>
              </a:ext>
            </a:extLst>
          </p:cNvPr>
          <p:cNvPicPr>
            <a:picLocks noChangeAspect="1"/>
          </p:cNvPicPr>
          <p:nvPr/>
        </p:nvPicPr>
        <p:blipFill>
          <a:blip r:embed="rId5"/>
          <a:stretch>
            <a:fillRect/>
          </a:stretch>
        </p:blipFill>
        <p:spPr>
          <a:xfrm>
            <a:off x="5459241" y="5245413"/>
            <a:ext cx="4448796" cy="1524213"/>
          </a:xfrm>
          <a:prstGeom prst="rect">
            <a:avLst/>
          </a:prstGeom>
        </p:spPr>
      </p:pic>
      <p:pic>
        <p:nvPicPr>
          <p:cNvPr id="15" name="Picture 14">
            <a:extLst>
              <a:ext uri="{FF2B5EF4-FFF2-40B4-BE49-F238E27FC236}">
                <a16:creationId xmlns:a16="http://schemas.microsoft.com/office/drawing/2014/main" id="{D177297E-7983-80CC-E33A-5FC0647FCFD2}"/>
              </a:ext>
            </a:extLst>
          </p:cNvPr>
          <p:cNvPicPr>
            <a:picLocks noChangeAspect="1"/>
          </p:cNvPicPr>
          <p:nvPr/>
        </p:nvPicPr>
        <p:blipFill>
          <a:blip r:embed="rId6"/>
          <a:stretch>
            <a:fillRect/>
          </a:stretch>
        </p:blipFill>
        <p:spPr>
          <a:xfrm>
            <a:off x="5672567" y="3236724"/>
            <a:ext cx="6049219" cy="1162212"/>
          </a:xfrm>
          <a:prstGeom prst="rect">
            <a:avLst/>
          </a:prstGeom>
        </p:spPr>
      </p:pic>
    </p:spTree>
    <p:extLst>
      <p:ext uri="{BB962C8B-B14F-4D97-AF65-F5344CB8AC3E}">
        <p14:creationId xmlns:p14="http://schemas.microsoft.com/office/powerpoint/2010/main" val="150941724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EFF060DE-60F1-AAFC-2124-907206D3C6F1}"/>
              </a:ext>
            </a:extLst>
          </p:cNvPr>
          <p:cNvPicPr>
            <a:picLocks noChangeAspect="1"/>
          </p:cNvPicPr>
          <p:nvPr/>
        </p:nvPicPr>
        <p:blipFill>
          <a:blip r:embed="rId2"/>
          <a:stretch>
            <a:fillRect/>
          </a:stretch>
        </p:blipFill>
        <p:spPr>
          <a:xfrm>
            <a:off x="372860" y="1139496"/>
            <a:ext cx="4648514" cy="2988331"/>
          </a:xfrm>
          <a:prstGeom prst="rect">
            <a:avLst/>
          </a:prstGeom>
        </p:spPr>
      </p:pic>
      <p:pic>
        <p:nvPicPr>
          <p:cNvPr id="5" name="Picture 4">
            <a:extLst>
              <a:ext uri="{FF2B5EF4-FFF2-40B4-BE49-F238E27FC236}">
                <a16:creationId xmlns:a16="http://schemas.microsoft.com/office/drawing/2014/main" id="{D65B01F9-6B63-9164-D0BB-3ED016623047}"/>
              </a:ext>
            </a:extLst>
          </p:cNvPr>
          <p:cNvPicPr>
            <a:picLocks noChangeAspect="1"/>
          </p:cNvPicPr>
          <p:nvPr/>
        </p:nvPicPr>
        <p:blipFill>
          <a:blip r:embed="rId3"/>
          <a:stretch>
            <a:fillRect/>
          </a:stretch>
        </p:blipFill>
        <p:spPr>
          <a:xfrm>
            <a:off x="5243226" y="1742840"/>
            <a:ext cx="2657846" cy="1686160"/>
          </a:xfrm>
          <a:prstGeom prst="rect">
            <a:avLst/>
          </a:prstGeom>
        </p:spPr>
      </p:pic>
      <p:sp>
        <p:nvSpPr>
          <p:cNvPr id="6" name="Title 5">
            <a:extLst>
              <a:ext uri="{FF2B5EF4-FFF2-40B4-BE49-F238E27FC236}">
                <a16:creationId xmlns:a16="http://schemas.microsoft.com/office/drawing/2014/main" id="{71BB4980-B958-63C2-E07B-52B3FF197F96}"/>
              </a:ext>
            </a:extLst>
          </p:cNvPr>
          <p:cNvSpPr>
            <a:spLocks noGrp="1"/>
          </p:cNvSpPr>
          <p:nvPr>
            <p:ph type="title"/>
          </p:nvPr>
        </p:nvSpPr>
        <p:spPr>
          <a:xfrm>
            <a:off x="1765155" y="123656"/>
            <a:ext cx="7729728" cy="780696"/>
          </a:xfrm>
        </p:spPr>
        <p:txBody>
          <a:bodyPr/>
          <a:lstStyle/>
          <a:p>
            <a:r>
              <a:rPr lang="en-US" dirty="0"/>
              <a:t>Output</a:t>
            </a:r>
          </a:p>
        </p:txBody>
      </p:sp>
      <p:pic>
        <p:nvPicPr>
          <p:cNvPr id="8" name="Picture 7">
            <a:extLst>
              <a:ext uri="{FF2B5EF4-FFF2-40B4-BE49-F238E27FC236}">
                <a16:creationId xmlns:a16="http://schemas.microsoft.com/office/drawing/2014/main" id="{E2D7E06F-2303-A939-8981-C044B1DE871A}"/>
              </a:ext>
            </a:extLst>
          </p:cNvPr>
          <p:cNvPicPr>
            <a:picLocks noChangeAspect="1"/>
          </p:cNvPicPr>
          <p:nvPr/>
        </p:nvPicPr>
        <p:blipFill>
          <a:blip r:embed="rId4"/>
          <a:stretch>
            <a:fillRect/>
          </a:stretch>
        </p:blipFill>
        <p:spPr>
          <a:xfrm>
            <a:off x="8200509" y="1521775"/>
            <a:ext cx="3696216" cy="2124371"/>
          </a:xfrm>
          <a:prstGeom prst="rect">
            <a:avLst/>
          </a:prstGeom>
        </p:spPr>
      </p:pic>
      <p:pic>
        <p:nvPicPr>
          <p:cNvPr id="10" name="Picture 9">
            <a:extLst>
              <a:ext uri="{FF2B5EF4-FFF2-40B4-BE49-F238E27FC236}">
                <a16:creationId xmlns:a16="http://schemas.microsoft.com/office/drawing/2014/main" id="{E866A27D-FA8C-72CC-45FE-C63183524A30}"/>
              </a:ext>
            </a:extLst>
          </p:cNvPr>
          <p:cNvPicPr>
            <a:picLocks noChangeAspect="1"/>
          </p:cNvPicPr>
          <p:nvPr/>
        </p:nvPicPr>
        <p:blipFill>
          <a:blip r:embed="rId5"/>
          <a:stretch>
            <a:fillRect/>
          </a:stretch>
        </p:blipFill>
        <p:spPr>
          <a:xfrm>
            <a:off x="372860" y="4324183"/>
            <a:ext cx="5953956" cy="2410161"/>
          </a:xfrm>
          <a:prstGeom prst="rect">
            <a:avLst/>
          </a:prstGeom>
        </p:spPr>
      </p:pic>
      <p:pic>
        <p:nvPicPr>
          <p:cNvPr id="4" name="Picture 3">
            <a:extLst>
              <a:ext uri="{FF2B5EF4-FFF2-40B4-BE49-F238E27FC236}">
                <a16:creationId xmlns:a16="http://schemas.microsoft.com/office/drawing/2014/main" id="{6655971D-FFE3-A47C-F589-122A0D92147A}"/>
              </a:ext>
            </a:extLst>
          </p:cNvPr>
          <p:cNvPicPr>
            <a:picLocks noChangeAspect="1"/>
          </p:cNvPicPr>
          <p:nvPr/>
        </p:nvPicPr>
        <p:blipFill>
          <a:blip r:embed="rId6"/>
          <a:stretch>
            <a:fillRect/>
          </a:stretch>
        </p:blipFill>
        <p:spPr>
          <a:xfrm>
            <a:off x="7107813" y="4009814"/>
            <a:ext cx="4229690" cy="2410161"/>
          </a:xfrm>
          <a:prstGeom prst="rect">
            <a:avLst/>
          </a:prstGeom>
        </p:spPr>
      </p:pic>
    </p:spTree>
    <p:extLst>
      <p:ext uri="{BB962C8B-B14F-4D97-AF65-F5344CB8AC3E}">
        <p14:creationId xmlns:p14="http://schemas.microsoft.com/office/powerpoint/2010/main" val="100209219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EA9EA1-4753-0D65-3879-D697019AC279}"/>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sz="2100">
                <a:solidFill>
                  <a:srgbClr val="FFFFFF"/>
                </a:solidFill>
              </a:rPr>
              <a:t>Data Visualization</a:t>
            </a:r>
          </a:p>
        </p:txBody>
      </p:sp>
      <p:sp>
        <p:nvSpPr>
          <p:cNvPr id="3" name="Content Placeholder 2">
            <a:extLst>
              <a:ext uri="{FF2B5EF4-FFF2-40B4-BE49-F238E27FC236}">
                <a16:creationId xmlns:a16="http://schemas.microsoft.com/office/drawing/2014/main" id="{61C0B39C-F8C9-FB28-42A9-DB857650AC33}"/>
              </a:ext>
            </a:extLst>
          </p:cNvPr>
          <p:cNvSpPr>
            <a:spLocks noGrp="1"/>
          </p:cNvSpPr>
          <p:nvPr>
            <p:ph idx="1"/>
          </p:nvPr>
        </p:nvSpPr>
        <p:spPr>
          <a:xfrm>
            <a:off x="5591695" y="1402080"/>
            <a:ext cx="5320696" cy="4053840"/>
          </a:xfrm>
        </p:spPr>
        <p:txBody>
          <a:bodyPr anchor="ctr">
            <a:normAutofit/>
          </a:bodyPr>
          <a:lstStyle/>
          <a:p>
            <a:r>
              <a:rPr lang="en-US" b="1"/>
              <a:t>Bar Chart</a:t>
            </a:r>
          </a:p>
          <a:p>
            <a:r>
              <a:rPr lang="en-US" b="1"/>
              <a:t>Area Chart</a:t>
            </a:r>
          </a:p>
          <a:p>
            <a:r>
              <a:rPr lang="en-US" b="1"/>
              <a:t>Diverging Heat map</a:t>
            </a:r>
          </a:p>
        </p:txBody>
      </p:sp>
    </p:spTree>
    <p:extLst>
      <p:ext uri="{BB962C8B-B14F-4D97-AF65-F5344CB8AC3E}">
        <p14:creationId xmlns:p14="http://schemas.microsoft.com/office/powerpoint/2010/main" val="40752463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EA9EA1-4753-0D65-3879-D697019AC279}"/>
              </a:ext>
            </a:extLst>
          </p:cNvPr>
          <p:cNvSpPr>
            <a:spLocks noGrp="1"/>
          </p:cNvSpPr>
          <p:nvPr>
            <p:ph type="title"/>
          </p:nvPr>
        </p:nvSpPr>
        <p:spPr/>
        <p:txBody>
          <a:bodyPr/>
          <a:lstStyle/>
          <a:p>
            <a:r>
              <a:rPr lang="en-IN" dirty="0"/>
              <a:t>Data Visualization By Bar chart</a:t>
            </a:r>
          </a:p>
        </p:txBody>
      </p:sp>
      <p:sp>
        <p:nvSpPr>
          <p:cNvPr id="3" name="Content Placeholder 2">
            <a:extLst>
              <a:ext uri="{FF2B5EF4-FFF2-40B4-BE49-F238E27FC236}">
                <a16:creationId xmlns:a16="http://schemas.microsoft.com/office/drawing/2014/main" id="{61C0B39C-F8C9-FB28-42A9-DB857650AC33}"/>
              </a:ext>
            </a:extLst>
          </p:cNvPr>
          <p:cNvSpPr>
            <a:spLocks noGrp="1"/>
          </p:cNvSpPr>
          <p:nvPr>
            <p:ph idx="1"/>
          </p:nvPr>
        </p:nvSpPr>
        <p:spPr/>
        <p:txBody>
          <a:bodyPr/>
          <a:lstStyle/>
          <a:p>
            <a:r>
              <a:rPr lang="en-US" b="1" dirty="0"/>
              <a:t>Bar Chart:  </a:t>
            </a:r>
            <a:r>
              <a:rPr lang="en-US" dirty="0"/>
              <a:t>Visualizes the top 10 countries with the highest reporting delays</a:t>
            </a:r>
          </a:p>
          <a:p>
            <a:endParaRPr lang="en-US" dirty="0"/>
          </a:p>
        </p:txBody>
      </p:sp>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71711" y="3105881"/>
            <a:ext cx="7648575" cy="224863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027891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108" name="Rectangle 4107">
            <a:extLst>
              <a:ext uri="{FF2B5EF4-FFF2-40B4-BE49-F238E27FC236}">
                <a16:creationId xmlns:a16="http://schemas.microsoft.com/office/drawing/2014/main" id="{23D9B6CF-87DD-47C7-B38D-7C5353D4D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685800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EA9EA1-4753-0D65-3879-D697019AC279}"/>
              </a:ext>
            </a:extLst>
          </p:cNvPr>
          <p:cNvSpPr>
            <a:spLocks noGrp="1"/>
          </p:cNvSpPr>
          <p:nvPr>
            <p:ph type="title"/>
          </p:nvPr>
        </p:nvSpPr>
        <p:spPr>
          <a:xfrm>
            <a:off x="804673" y="2133600"/>
            <a:ext cx="3044952" cy="1898904"/>
          </a:xfrm>
        </p:spPr>
        <p:txBody>
          <a:bodyPr vert="horz" lIns="274320" tIns="182880" rIns="274320" bIns="182880" rtlCol="0" anchor="ctr" anchorCtr="1">
            <a:normAutofit/>
          </a:bodyPr>
          <a:lstStyle/>
          <a:p>
            <a:r>
              <a:rPr lang="en-US" sz="2400"/>
              <a:t>Data Visualization By Bar chart</a:t>
            </a:r>
          </a:p>
        </p:txBody>
      </p:sp>
      <p:sp>
        <p:nvSpPr>
          <p:cNvPr id="3" name="Content Placeholder 2">
            <a:extLst>
              <a:ext uri="{FF2B5EF4-FFF2-40B4-BE49-F238E27FC236}">
                <a16:creationId xmlns:a16="http://schemas.microsoft.com/office/drawing/2014/main" id="{61C0B39C-F8C9-FB28-42A9-DB857650AC33}"/>
              </a:ext>
            </a:extLst>
          </p:cNvPr>
          <p:cNvSpPr>
            <a:spLocks noGrp="1"/>
          </p:cNvSpPr>
          <p:nvPr>
            <p:ph idx="1"/>
          </p:nvPr>
        </p:nvSpPr>
        <p:spPr>
          <a:xfrm>
            <a:off x="993088" y="4352543"/>
            <a:ext cx="2668122" cy="1387983"/>
          </a:xfrm>
        </p:spPr>
        <p:txBody>
          <a:bodyPr vert="horz" lIns="91440" tIns="45720" rIns="91440" bIns="45720" rtlCol="0">
            <a:normAutofit/>
          </a:bodyPr>
          <a:lstStyle/>
          <a:p>
            <a:pPr marL="0" indent="0" algn="ctr">
              <a:buNone/>
            </a:pPr>
            <a:r>
              <a:rPr lang="en-US" b="1" kern="1200">
                <a:solidFill>
                  <a:srgbClr val="FFFFFF"/>
                </a:solidFill>
                <a:latin typeface="+mn-lt"/>
                <a:ea typeface="+mn-ea"/>
                <a:cs typeface="+mn-cs"/>
              </a:rPr>
              <a:t>Bar Chart:  </a:t>
            </a:r>
            <a:r>
              <a:rPr lang="en-US" kern="1200">
                <a:solidFill>
                  <a:srgbClr val="FFFFFF"/>
                </a:solidFill>
                <a:latin typeface="+mn-lt"/>
                <a:ea typeface="+mn-ea"/>
                <a:cs typeface="+mn-cs"/>
              </a:rPr>
              <a:t>Visualizes the top 10 countries with the highest reporting delays</a:t>
            </a:r>
          </a:p>
        </p:txBody>
      </p:sp>
      <p:sp>
        <p:nvSpPr>
          <p:cNvPr id="4109" name="Rectangle 4108">
            <a:extLst>
              <a:ext uri="{FF2B5EF4-FFF2-40B4-BE49-F238E27FC236}">
                <a16:creationId xmlns:a16="http://schemas.microsoft.com/office/drawing/2014/main" id="{EFE2328B-DA12-4B90-BD82-3CCF13AF6C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4296" y="640080"/>
            <a:ext cx="6897625" cy="5263134"/>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107" name="Rectangle 4106">
            <a:extLst>
              <a:ext uri="{FF2B5EF4-FFF2-40B4-BE49-F238E27FC236}">
                <a16:creationId xmlns:a16="http://schemas.microsoft.com/office/drawing/2014/main" id="{F77FF0B6-332F-4842-A5F8-EA360BD5FF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820412" y="802767"/>
            <a:ext cx="6565392" cy="493776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140452" y="1782913"/>
            <a:ext cx="5925312" cy="2977468"/>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53256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E866FF9-A729-45F0-A163-10E89E8716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4738255" cy="6858000"/>
          </a:xfrm>
          <a:prstGeom prst="rect">
            <a:avLst/>
          </a:prstGeom>
          <a:solidFill>
            <a:schemeClr val="accent6">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D5AEB6-DE39-CE1E-B716-224B414C75E5}"/>
              </a:ext>
            </a:extLst>
          </p:cNvPr>
          <p:cNvSpPr>
            <a:spLocks noGrp="1"/>
          </p:cNvSpPr>
          <p:nvPr>
            <p:ph type="title"/>
          </p:nvPr>
        </p:nvSpPr>
        <p:spPr>
          <a:xfrm>
            <a:off x="640080" y="2681105"/>
            <a:ext cx="3401568" cy="1495794"/>
          </a:xfrm>
          <a:solidFill>
            <a:srgbClr val="FFFFFF"/>
          </a:solidFill>
          <a:ln>
            <a:solidFill>
              <a:srgbClr val="262626"/>
            </a:solidFill>
          </a:ln>
        </p:spPr>
        <p:txBody>
          <a:bodyPr>
            <a:normAutofit/>
          </a:bodyPr>
          <a:lstStyle/>
          <a:p>
            <a:r>
              <a:rPr lang="en-IN" sz="2600"/>
              <a:t>Data Visualization by Area chart</a:t>
            </a:r>
          </a:p>
        </p:txBody>
      </p:sp>
      <p:sp useBgFill="1">
        <p:nvSpPr>
          <p:cNvPr id="11" name="Rectangle 10">
            <a:extLst>
              <a:ext uri="{FF2B5EF4-FFF2-40B4-BE49-F238E27FC236}">
                <a16:creationId xmlns:a16="http://schemas.microsoft.com/office/drawing/2014/main" id="{A804366F-2366-4688-98E7-B101C7BC61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753278" y="0"/>
            <a:ext cx="7438722" cy="685799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6F898698-0B8F-12F8-45F1-068BF1C844FA}"/>
              </a:ext>
            </a:extLst>
          </p:cNvPr>
          <p:cNvGraphicFramePr>
            <a:graphicFrameLocks noGrp="1"/>
          </p:cNvGraphicFramePr>
          <p:nvPr>
            <p:ph idx="1"/>
            <p:extLst>
              <p:ext uri="{D42A27DB-BD31-4B8C-83A1-F6EECF244321}">
                <p14:modId xmlns:p14="http://schemas.microsoft.com/office/powerpoint/2010/main" val="162913222"/>
              </p:ext>
            </p:extLst>
          </p:nvPr>
        </p:nvGraphicFramePr>
        <p:xfrm>
          <a:off x="5397500" y="639763"/>
          <a:ext cx="6151563" cy="52768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628836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90C41AD-0B3F-4249-F52C-B6126D357FC7}"/>
              </a:ext>
            </a:extLst>
          </p:cNvPr>
          <p:cNvSpPr>
            <a:spLocks noGrp="1"/>
          </p:cNvSpPr>
          <p:nvPr>
            <p:ph idx="1"/>
          </p:nvPr>
        </p:nvSpPr>
        <p:spPr>
          <a:xfrm>
            <a:off x="2231136" y="545124"/>
            <a:ext cx="7729728" cy="5890846"/>
          </a:xfrm>
        </p:spPr>
        <p:txBody>
          <a:bodyPr/>
          <a:lstStyle/>
          <a:p>
            <a:r>
              <a:rPr lang="en-US" b="1" dirty="0"/>
              <a:t>Area Chart: </a:t>
            </a:r>
            <a:r>
              <a:rPr lang="en-US" dirty="0"/>
              <a:t>Displays the trend of average reporting delays over time, highlighting patterns and variations.</a:t>
            </a:r>
          </a:p>
          <a:p>
            <a:endParaRPr lang="en-IN"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3475" y="1239715"/>
            <a:ext cx="9925050" cy="512921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5989407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C33976D1-3430-450C-A978-87A9A6E8E7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D6AAC78-7D86-415A-ADC1-2B47480796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249680" y="1248156"/>
            <a:ext cx="9692640" cy="4361688"/>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2A658D9-F185-44F1-BA33-D50320D1D07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62228" y="1060704"/>
            <a:ext cx="10067544" cy="4736592"/>
          </a:xfrm>
          <a:prstGeom prst="rect">
            <a:avLst/>
          </a:prstGeom>
          <a:noFill/>
          <a:ln w="31750" cap="sq">
            <a:solidFill>
              <a:srgbClr val="FFFFFF"/>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EA9EA1-4753-0D65-3879-D697019AC279}"/>
              </a:ext>
            </a:extLst>
          </p:cNvPr>
          <p:cNvSpPr>
            <a:spLocks noGrp="1"/>
          </p:cNvSpPr>
          <p:nvPr>
            <p:ph type="title"/>
          </p:nvPr>
        </p:nvSpPr>
        <p:spPr>
          <a:xfrm>
            <a:off x="2231136" y="467418"/>
            <a:ext cx="7729728" cy="1188720"/>
          </a:xfrm>
          <a:solidFill>
            <a:srgbClr val="FFFFFF"/>
          </a:solidFill>
        </p:spPr>
        <p:txBody>
          <a:bodyPr>
            <a:normAutofit/>
          </a:bodyPr>
          <a:lstStyle/>
          <a:p>
            <a:r>
              <a:rPr lang="en-IN" b="1" dirty="0"/>
              <a:t>Data Visualization By Heat map</a:t>
            </a:r>
            <a:endParaRPr lang="en-IN" dirty="0"/>
          </a:p>
        </p:txBody>
      </p:sp>
      <p:sp>
        <p:nvSpPr>
          <p:cNvPr id="3" name="Content Placeholder 2">
            <a:extLst>
              <a:ext uri="{FF2B5EF4-FFF2-40B4-BE49-F238E27FC236}">
                <a16:creationId xmlns:a16="http://schemas.microsoft.com/office/drawing/2014/main" id="{61C0B39C-F8C9-FB28-42A9-DB857650AC33}"/>
              </a:ext>
            </a:extLst>
          </p:cNvPr>
          <p:cNvSpPr>
            <a:spLocks noGrp="1"/>
          </p:cNvSpPr>
          <p:nvPr>
            <p:ph idx="1"/>
          </p:nvPr>
        </p:nvSpPr>
        <p:spPr>
          <a:xfrm>
            <a:off x="1706062" y="2291262"/>
            <a:ext cx="8779512" cy="2879256"/>
          </a:xfrm>
        </p:spPr>
        <p:txBody>
          <a:bodyPr>
            <a:normAutofit/>
          </a:bodyPr>
          <a:lstStyle/>
          <a:p>
            <a:pPr>
              <a:lnSpc>
                <a:spcPct val="90000"/>
              </a:lnSpc>
            </a:pPr>
            <a:r>
              <a:rPr lang="en-US" sz="1700">
                <a:solidFill>
                  <a:srgbClr val="404040"/>
                </a:solidFill>
              </a:rPr>
              <a:t>The Heat map will display the </a:t>
            </a:r>
            <a:r>
              <a:rPr lang="en-US" sz="1700" b="1">
                <a:solidFill>
                  <a:srgbClr val="404040"/>
                </a:solidFill>
              </a:rPr>
              <a:t>correlation</a:t>
            </a:r>
            <a:r>
              <a:rPr lang="en-US" sz="1700">
                <a:solidFill>
                  <a:srgbClr val="404040"/>
                </a:solidFill>
              </a:rPr>
              <a:t> between each of the reported tables (T1, T2, etc.) and the </a:t>
            </a:r>
            <a:r>
              <a:rPr lang="en-US" sz="1700" b="1">
                <a:solidFill>
                  <a:srgbClr val="404040"/>
                </a:solidFill>
              </a:rPr>
              <a:t>reporting delays</a:t>
            </a:r>
            <a:r>
              <a:rPr lang="en-US" sz="1700">
                <a:solidFill>
                  <a:srgbClr val="404040"/>
                </a:solidFill>
              </a:rPr>
              <a:t>.</a:t>
            </a:r>
          </a:p>
          <a:p>
            <a:pPr>
              <a:lnSpc>
                <a:spcPct val="90000"/>
              </a:lnSpc>
            </a:pPr>
            <a:r>
              <a:rPr lang="en-US" sz="1700">
                <a:solidFill>
                  <a:srgbClr val="404040"/>
                </a:solidFill>
              </a:rPr>
              <a:t>If there’s a </a:t>
            </a:r>
            <a:r>
              <a:rPr lang="en-US" sz="1700" b="1">
                <a:solidFill>
                  <a:srgbClr val="404040"/>
                </a:solidFill>
              </a:rPr>
              <a:t>positive correlation</a:t>
            </a:r>
            <a:r>
              <a:rPr lang="en-US" sz="1700">
                <a:solidFill>
                  <a:srgbClr val="404040"/>
                </a:solidFill>
              </a:rPr>
              <a:t>, it means that as the number of tables reported increases, the delay tends to also increase. Conversely, a </a:t>
            </a:r>
            <a:r>
              <a:rPr lang="en-US" sz="1700" b="1">
                <a:solidFill>
                  <a:srgbClr val="404040"/>
                </a:solidFill>
              </a:rPr>
              <a:t>negative correlation</a:t>
            </a:r>
            <a:r>
              <a:rPr lang="en-US" sz="1700">
                <a:solidFill>
                  <a:srgbClr val="404040"/>
                </a:solidFill>
              </a:rPr>
              <a:t> indicates that reporting more tables could be associated with less delay.</a:t>
            </a:r>
          </a:p>
          <a:p>
            <a:pPr>
              <a:lnSpc>
                <a:spcPct val="90000"/>
              </a:lnSpc>
            </a:pPr>
            <a:r>
              <a:rPr lang="en-US" sz="1700">
                <a:solidFill>
                  <a:srgbClr val="404040"/>
                </a:solidFill>
              </a:rPr>
              <a:t>The values on the Heat map range from </a:t>
            </a:r>
            <a:r>
              <a:rPr lang="en-US" sz="1700" b="1">
                <a:solidFill>
                  <a:srgbClr val="404040"/>
                </a:solidFill>
              </a:rPr>
              <a:t>-1 to 1</a:t>
            </a:r>
            <a:r>
              <a:rPr lang="en-US" sz="1700">
                <a:solidFill>
                  <a:srgbClr val="404040"/>
                </a:solidFill>
              </a:rPr>
              <a:t>, where:</a:t>
            </a:r>
          </a:p>
          <a:p>
            <a:pPr>
              <a:lnSpc>
                <a:spcPct val="90000"/>
              </a:lnSpc>
            </a:pPr>
            <a:r>
              <a:rPr lang="en-US" sz="1700" b="1">
                <a:solidFill>
                  <a:srgbClr val="404040"/>
                </a:solidFill>
              </a:rPr>
              <a:t>1</a:t>
            </a:r>
            <a:r>
              <a:rPr lang="en-US" sz="1700">
                <a:solidFill>
                  <a:srgbClr val="404040"/>
                </a:solidFill>
              </a:rPr>
              <a:t>: Perfect positive correlation.</a:t>
            </a:r>
          </a:p>
          <a:p>
            <a:pPr>
              <a:lnSpc>
                <a:spcPct val="90000"/>
              </a:lnSpc>
            </a:pPr>
            <a:r>
              <a:rPr lang="en-US" sz="1700" b="1">
                <a:solidFill>
                  <a:srgbClr val="404040"/>
                </a:solidFill>
              </a:rPr>
              <a:t>-1</a:t>
            </a:r>
            <a:r>
              <a:rPr lang="en-US" sz="1700">
                <a:solidFill>
                  <a:srgbClr val="404040"/>
                </a:solidFill>
              </a:rPr>
              <a:t>: Perfect negative correlation.</a:t>
            </a:r>
          </a:p>
          <a:p>
            <a:pPr>
              <a:lnSpc>
                <a:spcPct val="90000"/>
              </a:lnSpc>
            </a:pPr>
            <a:r>
              <a:rPr lang="en-US" sz="1700" b="1">
                <a:solidFill>
                  <a:srgbClr val="404040"/>
                </a:solidFill>
              </a:rPr>
              <a:t>0</a:t>
            </a:r>
            <a:r>
              <a:rPr lang="en-US" sz="1700">
                <a:solidFill>
                  <a:srgbClr val="404040"/>
                </a:solidFill>
              </a:rPr>
              <a:t>: No correlation.</a:t>
            </a:r>
          </a:p>
          <a:p>
            <a:pPr>
              <a:lnSpc>
                <a:spcPct val="90000"/>
              </a:lnSpc>
            </a:pPr>
            <a:endParaRPr lang="en-US" sz="1700">
              <a:solidFill>
                <a:srgbClr val="404040"/>
              </a:solidFill>
            </a:endParaRPr>
          </a:p>
          <a:p>
            <a:pPr>
              <a:lnSpc>
                <a:spcPct val="90000"/>
              </a:lnSpc>
            </a:pPr>
            <a:endParaRPr lang="en-IN" sz="1700">
              <a:solidFill>
                <a:srgbClr val="404040"/>
              </a:solidFill>
            </a:endParaRPr>
          </a:p>
        </p:txBody>
      </p:sp>
    </p:spTree>
    <p:extLst>
      <p:ext uri="{BB962C8B-B14F-4D97-AF65-F5344CB8AC3E}">
        <p14:creationId xmlns:p14="http://schemas.microsoft.com/office/powerpoint/2010/main" val="24633543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79" name="Rectangle 3078">
            <a:extLst>
              <a:ext uri="{FF2B5EF4-FFF2-40B4-BE49-F238E27FC236}">
                <a16:creationId xmlns:a16="http://schemas.microsoft.com/office/drawing/2014/main" id="{419501C6-F015-4273-AF88-E0F6C85389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1" name="Rectangle 3080">
            <a:extLst>
              <a:ext uri="{FF2B5EF4-FFF2-40B4-BE49-F238E27FC236}">
                <a16:creationId xmlns:a16="http://schemas.microsoft.com/office/drawing/2014/main" id="{CA677DB7-5829-45BD-9754-5EC484CC425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1"/>
            <a:ext cx="4654296"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EA9EA1-4753-0D65-3879-D697019AC279}"/>
              </a:ext>
            </a:extLst>
          </p:cNvPr>
          <p:cNvSpPr>
            <a:spLocks noGrp="1"/>
          </p:cNvSpPr>
          <p:nvPr>
            <p:ph type="title"/>
          </p:nvPr>
        </p:nvSpPr>
        <p:spPr>
          <a:xfrm>
            <a:off x="804672" y="2404872"/>
            <a:ext cx="3044950" cy="1627792"/>
          </a:xfrm>
        </p:spPr>
        <p:txBody>
          <a:bodyPr vert="horz" lIns="274320" tIns="182880" rIns="274320" bIns="182880" rtlCol="0" anchor="ctr" anchorCtr="1">
            <a:normAutofit/>
          </a:bodyPr>
          <a:lstStyle/>
          <a:p>
            <a:r>
              <a:rPr lang="en-US" sz="2000" b="1"/>
              <a:t>Data Visualization By Heat map</a:t>
            </a:r>
          </a:p>
        </p:txBody>
      </p:sp>
      <p:sp>
        <p:nvSpPr>
          <p:cNvPr id="3" name="Content Placeholder 2">
            <a:extLst>
              <a:ext uri="{FF2B5EF4-FFF2-40B4-BE49-F238E27FC236}">
                <a16:creationId xmlns:a16="http://schemas.microsoft.com/office/drawing/2014/main" id="{61C0B39C-F8C9-FB28-42A9-DB857650AC33}"/>
              </a:ext>
            </a:extLst>
          </p:cNvPr>
          <p:cNvSpPr>
            <a:spLocks noGrp="1"/>
          </p:cNvSpPr>
          <p:nvPr>
            <p:ph idx="1"/>
          </p:nvPr>
        </p:nvSpPr>
        <p:spPr>
          <a:xfrm>
            <a:off x="1121822" y="4352544"/>
            <a:ext cx="2410650" cy="1239894"/>
          </a:xfrm>
        </p:spPr>
        <p:txBody>
          <a:bodyPr vert="horz" lIns="91440" tIns="45720" rIns="91440" bIns="45720" rtlCol="0">
            <a:normAutofit/>
          </a:bodyPr>
          <a:lstStyle/>
          <a:p>
            <a:pPr marL="0" indent="0" algn="ctr">
              <a:buNone/>
            </a:pPr>
            <a:r>
              <a:rPr lang="en-US" b="1" kern="1200">
                <a:solidFill>
                  <a:srgbClr val="FFFFFF"/>
                </a:solidFill>
                <a:latin typeface="+mn-lt"/>
                <a:ea typeface="+mn-ea"/>
                <a:cs typeface="+mn-cs"/>
              </a:rPr>
              <a:t>Diverging Heatmap:  </a:t>
            </a:r>
            <a:r>
              <a:rPr lang="en-US" kern="1200">
                <a:solidFill>
                  <a:srgbClr val="FFFFFF"/>
                </a:solidFill>
                <a:latin typeface="+mn-lt"/>
                <a:ea typeface="+mn-ea"/>
                <a:cs typeface="+mn-cs"/>
              </a:rPr>
              <a:t>Correlation between reported tables and reporting delays</a:t>
            </a:r>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5294376" y="760807"/>
            <a:ext cx="6257544" cy="5021679"/>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41089705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2AEFFFF2-9EB4-4B6C-B9F8-2BA3EF89A21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3070172"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0" name="Rectangle 9">
            <a:extLst>
              <a:ext uri="{FF2B5EF4-FFF2-40B4-BE49-F238E27FC236}">
                <a16:creationId xmlns:a16="http://schemas.microsoft.com/office/drawing/2014/main" id="{0D65299F-028F-4AFC-B46A-8DB33E20FE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70172" y="0"/>
            <a:ext cx="9121828"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BAC87F6E-526A-49B5-995D-42DB656594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17423" y="1443035"/>
            <a:ext cx="3971932" cy="3971930"/>
          </a:xfrm>
          <a:prstGeom prst="ellipse">
            <a:avLst/>
          </a:prstGeom>
          <a:solidFill>
            <a:srgbClr val="FFFFFF"/>
          </a:solidFill>
          <a:ln w="31750">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7EA9EA1-4753-0D65-3879-D697019AC279}"/>
              </a:ext>
            </a:extLst>
          </p:cNvPr>
          <p:cNvSpPr>
            <a:spLocks noGrp="1"/>
          </p:cNvSpPr>
          <p:nvPr>
            <p:ph type="title"/>
          </p:nvPr>
        </p:nvSpPr>
        <p:spPr>
          <a:xfrm>
            <a:off x="1260873" y="1586484"/>
            <a:ext cx="3685032" cy="3685032"/>
          </a:xfrm>
          <a:prstGeom prst="ellipse">
            <a:avLst/>
          </a:prstGeom>
          <a:solidFill>
            <a:schemeClr val="accent2">
              <a:lumMod val="75000"/>
            </a:schemeClr>
          </a:solidFill>
          <a:ln>
            <a:noFill/>
          </a:ln>
        </p:spPr>
        <p:txBody>
          <a:bodyPr>
            <a:normAutofit/>
          </a:bodyPr>
          <a:lstStyle/>
          <a:p>
            <a:r>
              <a:rPr lang="en-IN">
                <a:solidFill>
                  <a:srgbClr val="FFFFFF"/>
                </a:solidFill>
              </a:rPr>
              <a:t>Snapshots of code</a:t>
            </a:r>
          </a:p>
        </p:txBody>
      </p:sp>
      <p:sp>
        <p:nvSpPr>
          <p:cNvPr id="3" name="Content Placeholder 2">
            <a:extLst>
              <a:ext uri="{FF2B5EF4-FFF2-40B4-BE49-F238E27FC236}">
                <a16:creationId xmlns:a16="http://schemas.microsoft.com/office/drawing/2014/main" id="{61C0B39C-F8C9-FB28-42A9-DB857650AC33}"/>
              </a:ext>
            </a:extLst>
          </p:cNvPr>
          <p:cNvSpPr>
            <a:spLocks noGrp="1"/>
          </p:cNvSpPr>
          <p:nvPr>
            <p:ph idx="1"/>
          </p:nvPr>
        </p:nvSpPr>
        <p:spPr>
          <a:xfrm>
            <a:off x="5591695" y="1402080"/>
            <a:ext cx="5320696" cy="4053840"/>
          </a:xfrm>
        </p:spPr>
        <p:txBody>
          <a:bodyPr anchor="ctr">
            <a:normAutofit/>
          </a:bodyPr>
          <a:lstStyle/>
          <a:p>
            <a:r>
              <a:rPr lang="en-US"/>
              <a:t>Python code link: </a:t>
            </a:r>
            <a:r>
              <a:rPr lang="en-US">
                <a:hlinkClick r:id="rId2"/>
              </a:rPr>
              <a:t>https://colab.research.google.com/drive/1iB6kreDfuQN36AHMxJaA_12tMdcBIm32#scrollTo=df1feb0f</a:t>
            </a:r>
            <a:endParaRPr lang="en-US"/>
          </a:p>
          <a:p>
            <a:endParaRPr lang="en-US" dirty="0"/>
          </a:p>
        </p:txBody>
      </p:sp>
    </p:spTree>
    <p:extLst>
      <p:ext uri="{BB962C8B-B14F-4D97-AF65-F5344CB8AC3E}">
        <p14:creationId xmlns:p14="http://schemas.microsoft.com/office/powerpoint/2010/main" val="2240134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2">
            <a:lumMod val="60000"/>
            <a:lumOff val="40000"/>
          </a:schemeClr>
        </a:solidFill>
        <a:effectLst/>
      </p:bgPr>
    </p:bg>
    <p:spTree>
      <p:nvGrpSpPr>
        <p:cNvPr id="1" name=""/>
        <p:cNvGrpSpPr/>
        <p:nvPr/>
      </p:nvGrpSpPr>
      <p:grpSpPr>
        <a:xfrm>
          <a:off x="0" y="0"/>
          <a:ext cx="0" cy="0"/>
          <a:chOff x="0" y="0"/>
          <a:chExt cx="0" cy="0"/>
        </a:xfrm>
      </p:grpSpPr>
      <p:pic>
        <p:nvPicPr>
          <p:cNvPr id="5" name="Picture 4" descr="Zigzag indicator line">
            <a:extLst>
              <a:ext uri="{FF2B5EF4-FFF2-40B4-BE49-F238E27FC236}">
                <a16:creationId xmlns:a16="http://schemas.microsoft.com/office/drawing/2014/main" id="{3A14F355-6E96-94C4-E77F-A342A343E426}"/>
              </a:ext>
            </a:extLst>
          </p:cNvPr>
          <p:cNvPicPr>
            <a:picLocks noChangeAspect="1"/>
          </p:cNvPicPr>
          <p:nvPr/>
        </p:nvPicPr>
        <p:blipFill>
          <a:blip r:embed="rId2">
            <a:duotone>
              <a:schemeClr val="accent2">
                <a:shade val="45000"/>
                <a:satMod val="135000"/>
              </a:schemeClr>
              <a:prstClr val="white"/>
            </a:duotone>
            <a:alphaModFix amt="25000"/>
          </a:blip>
          <a:srcRect t="3852" b="11879"/>
          <a:stretch/>
        </p:blipFill>
        <p:spPr>
          <a:xfrm>
            <a:off x="20" y="10"/>
            <a:ext cx="12191980" cy="6857990"/>
          </a:xfrm>
          <a:prstGeom prst="rect">
            <a:avLst/>
          </a:prstGeom>
        </p:spPr>
      </p:pic>
      <p:sp>
        <p:nvSpPr>
          <p:cNvPr id="2" name="Title 1">
            <a:extLst>
              <a:ext uri="{FF2B5EF4-FFF2-40B4-BE49-F238E27FC236}">
                <a16:creationId xmlns:a16="http://schemas.microsoft.com/office/drawing/2014/main" id="{DB77D723-0589-28B3-35C4-FAB5569E7D7E}"/>
              </a:ext>
            </a:extLst>
          </p:cNvPr>
          <p:cNvSpPr>
            <a:spLocks noGrp="1"/>
          </p:cNvSpPr>
          <p:nvPr>
            <p:ph type="title"/>
          </p:nvPr>
        </p:nvSpPr>
        <p:spPr>
          <a:xfrm>
            <a:off x="2231136" y="964692"/>
            <a:ext cx="7729728" cy="1188720"/>
          </a:xfrm>
          <a:solidFill>
            <a:srgbClr val="FFFFFF">
              <a:alpha val="80000"/>
            </a:srgbClr>
          </a:solidFill>
        </p:spPr>
        <p:txBody>
          <a:bodyPr>
            <a:normAutofit/>
          </a:bodyPr>
          <a:lstStyle/>
          <a:p>
            <a:r>
              <a:rPr lang="en-IN" dirty="0"/>
              <a:t>Conclusion</a:t>
            </a:r>
          </a:p>
        </p:txBody>
      </p:sp>
      <p:sp>
        <p:nvSpPr>
          <p:cNvPr id="3" name="Content Placeholder 2">
            <a:extLst>
              <a:ext uri="{FF2B5EF4-FFF2-40B4-BE49-F238E27FC236}">
                <a16:creationId xmlns:a16="http://schemas.microsoft.com/office/drawing/2014/main" id="{98F4855A-FEFA-711C-74A5-ECE9971E78EB}"/>
              </a:ext>
            </a:extLst>
          </p:cNvPr>
          <p:cNvSpPr>
            <a:spLocks noGrp="1"/>
          </p:cNvSpPr>
          <p:nvPr>
            <p:ph idx="1"/>
          </p:nvPr>
        </p:nvSpPr>
        <p:spPr>
          <a:xfrm>
            <a:off x="2231136" y="2638044"/>
            <a:ext cx="7729728" cy="3101983"/>
          </a:xfrm>
        </p:spPr>
        <p:txBody>
          <a:bodyPr>
            <a:normAutofit/>
          </a:bodyPr>
          <a:lstStyle/>
          <a:p>
            <a:r>
              <a:rPr lang="en-US" dirty="0"/>
              <a:t>The analysis revealed significant reporting delays across multiple countries, with some nations experiencing notably higher delays. </a:t>
            </a:r>
          </a:p>
          <a:p>
            <a:r>
              <a:rPr lang="en-US" dirty="0"/>
              <a:t>The trend analysis indicated fluctuations in average reporting delays over time, suggesting potential seasonal or systemic patterns. </a:t>
            </a:r>
          </a:p>
          <a:p>
            <a:r>
              <a:rPr lang="en-US" dirty="0"/>
              <a:t>The correlation heatmap showed limited correlation between the number of reported tables and reporting delays, indicating delays may be influenced by other factors. </a:t>
            </a:r>
          </a:p>
          <a:p>
            <a:r>
              <a:rPr lang="en-US" dirty="0"/>
              <a:t>Overall, the findings emphasize the need for improved reporting processes to ensure timely data availability.</a:t>
            </a:r>
            <a:endParaRPr lang="en-IN" dirty="0"/>
          </a:p>
        </p:txBody>
      </p:sp>
    </p:spTree>
    <p:extLst>
      <p:ext uri="{BB962C8B-B14F-4D97-AF65-F5344CB8AC3E}">
        <p14:creationId xmlns:p14="http://schemas.microsoft.com/office/powerpoint/2010/main" val="2458092008"/>
      </p:ext>
    </p:extLst>
  </p:cSld>
  <p:clrMapOvr>
    <a:masterClrMapping/>
  </p:clrMapOvr>
</p:sld>
</file>

<file path=ppt/theme/theme1.xml><?xml version="1.0" encoding="utf-8"?>
<a:theme xmlns:a="http://schemas.openxmlformats.org/drawingml/2006/main" name="Parcel">
  <a:themeElements>
    <a:clrScheme name="Parcel">
      <a:dk1>
        <a:srgbClr val="000000"/>
      </a:dk1>
      <a:lt1>
        <a:srgbClr val="FFFFFF"/>
      </a:lt1>
      <a:dk2>
        <a:srgbClr val="4A5356"/>
      </a:dk2>
      <a:lt2>
        <a:srgbClr val="E8E3CE"/>
      </a:lt2>
      <a:accent1>
        <a:srgbClr val="F6A21D"/>
      </a:accent1>
      <a:accent2>
        <a:srgbClr val="9BAFB5"/>
      </a:accent2>
      <a:accent3>
        <a:srgbClr val="C96731"/>
      </a:accent3>
      <a:accent4>
        <a:srgbClr val="9CA383"/>
      </a:accent4>
      <a:accent5>
        <a:srgbClr val="87795D"/>
      </a:accent5>
      <a:accent6>
        <a:srgbClr val="A0988C"/>
      </a:accent6>
      <a:hlink>
        <a:srgbClr val="00B0F0"/>
      </a:hlink>
      <a:folHlink>
        <a:srgbClr val="738F97"/>
      </a:folHlink>
    </a:clrScheme>
    <a:fontScheme name="Parcel">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arcel" id="{8BEC4385-4EB9-4D53-BFB5-0EA123736B6D}" vid="{4DB32801-28C0-48B0-8C1D-A9A58613615A}"/>
    </a:ext>
  </a:extLst>
</a:theme>
</file>

<file path=docProps/app.xml><?xml version="1.0" encoding="utf-8"?>
<Properties xmlns="http://schemas.openxmlformats.org/officeDocument/2006/extended-properties" xmlns:vt="http://schemas.openxmlformats.org/officeDocument/2006/docPropsVTypes">
  <Template>TM10001115[[fn=Parcel]]</Template>
  <TotalTime>382</TotalTime>
  <Words>844</Words>
  <Application>Microsoft Office PowerPoint</Application>
  <PresentationFormat>Widescreen</PresentationFormat>
  <Paragraphs>78</Paragraphs>
  <Slides>18</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Gill Sans MT</vt:lpstr>
      <vt:lpstr>Parcel</vt:lpstr>
      <vt:lpstr>Global Economic Trends Analysis Using World Bank Data</vt:lpstr>
      <vt:lpstr>Project Description</vt:lpstr>
      <vt:lpstr>Project objective</vt:lpstr>
      <vt:lpstr>DATASET DESCRIPTION</vt:lpstr>
      <vt:lpstr>DATASET Content</vt:lpstr>
      <vt:lpstr>DATASET Content</vt:lpstr>
      <vt:lpstr>KEY FOCUS OF PROJECT</vt:lpstr>
      <vt:lpstr>exploratory DATA ANALYSIS</vt:lpstr>
      <vt:lpstr>Output</vt:lpstr>
      <vt:lpstr>Data Visualization</vt:lpstr>
      <vt:lpstr>Data Visualization By Bar chart</vt:lpstr>
      <vt:lpstr>Data Visualization By Bar chart</vt:lpstr>
      <vt:lpstr>Data Visualization by Area chart</vt:lpstr>
      <vt:lpstr>PowerPoint Presentation</vt:lpstr>
      <vt:lpstr>Data Visualization By Heat map</vt:lpstr>
      <vt:lpstr>Data Visualization By Heat map</vt:lpstr>
      <vt:lpstr>Snapshots of code</vt:lpstr>
      <vt:lpstr>Conclusion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Global Economic Trends Analysis Using World Bank Data</dc:title>
  <dc:creator>Vinayak Vemula</dc:creator>
  <cp:lastModifiedBy>vinayak vemula</cp:lastModifiedBy>
  <cp:revision>23</cp:revision>
  <dcterms:created xsi:type="dcterms:W3CDTF">2025-03-25T03:23:31Z</dcterms:created>
  <dcterms:modified xsi:type="dcterms:W3CDTF">2026-02-25T02:09:02Z</dcterms:modified>
</cp:coreProperties>
</file>